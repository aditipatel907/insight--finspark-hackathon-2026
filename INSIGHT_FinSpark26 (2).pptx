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8" r:id="rId3"/>
    <p:sldId id="268" r:id="rId4"/>
    <p:sldId id="257" r:id="rId5"/>
    <p:sldId id="259" r:id="rId6"/>
    <p:sldId id="272" r:id="rId7"/>
    <p:sldId id="270" r:id="rId8"/>
    <p:sldId id="264" r:id="rId9"/>
    <p:sldId id="273" r:id="rId10"/>
    <p:sldId id="274" r:id="rId11"/>
    <p:sldId id="275" r:id="rId12"/>
    <p:sldId id="276" r:id="rId13"/>
    <p:sldId id="265" r:id="rId14"/>
    <p:sldId id="266" r:id="rId15"/>
    <p:sldId id="267"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6" d="100"/>
          <a:sy n="76" d="100"/>
        </p:scale>
        <p:origin x="91"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i Patel" userId="1fe596da157e37f3" providerId="LiveId" clId="{8FD21DE0-860C-41FA-999D-0DEA83DCE76B}"/>
    <pc:docChg chg="undo custSel addSld modSld sldOrd">
      <pc:chgData name="Aditi Patel" userId="1fe596da157e37f3" providerId="LiveId" clId="{8FD21DE0-860C-41FA-999D-0DEA83DCE76B}" dt="2026-07-14T06:43:48.829" v="102" actId="1076"/>
      <pc:docMkLst>
        <pc:docMk/>
      </pc:docMkLst>
      <pc:sldChg chg="modSp mod">
        <pc:chgData name="Aditi Patel" userId="1fe596da157e37f3" providerId="LiveId" clId="{8FD21DE0-860C-41FA-999D-0DEA83DCE76B}" dt="2026-07-14T06:41:54.687" v="93" actId="20577"/>
        <pc:sldMkLst>
          <pc:docMk/>
          <pc:sldMk cId="0" sldId="256"/>
        </pc:sldMkLst>
        <pc:spChg chg="mod">
          <ac:chgData name="Aditi Patel" userId="1fe596da157e37f3" providerId="LiveId" clId="{8FD21DE0-860C-41FA-999D-0DEA83DCE76B}" dt="2026-07-14T06:41:54.687" v="93" actId="20577"/>
          <ac:spMkLst>
            <pc:docMk/>
            <pc:sldMk cId="0" sldId="256"/>
            <ac:spMk id="38" creationId="{00000000-0000-0000-0000-000000000000}"/>
          </ac:spMkLst>
        </pc:spChg>
      </pc:sldChg>
      <pc:sldChg chg="ord">
        <pc:chgData name="Aditi Patel" userId="1fe596da157e37f3" providerId="LiveId" clId="{8FD21DE0-860C-41FA-999D-0DEA83DCE76B}" dt="2026-07-14T05:46:29.244" v="1"/>
        <pc:sldMkLst>
          <pc:docMk/>
          <pc:sldMk cId="0" sldId="257"/>
        </pc:sldMkLst>
      </pc:sldChg>
      <pc:sldChg chg="modSp mod">
        <pc:chgData name="Aditi Patel" userId="1fe596da157e37f3" providerId="LiveId" clId="{8FD21DE0-860C-41FA-999D-0DEA83DCE76B}" dt="2026-07-14T06:42:11.529" v="94" actId="20577"/>
        <pc:sldMkLst>
          <pc:docMk/>
          <pc:sldMk cId="0" sldId="264"/>
        </pc:sldMkLst>
        <pc:spChg chg="mod">
          <ac:chgData name="Aditi Patel" userId="1fe596da157e37f3" providerId="LiveId" clId="{8FD21DE0-860C-41FA-999D-0DEA83DCE76B}" dt="2026-07-14T06:42:11.529" v="94" actId="20577"/>
          <ac:spMkLst>
            <pc:docMk/>
            <pc:sldMk cId="0" sldId="264"/>
            <ac:spMk id="32" creationId="{00000000-0000-0000-0000-000000000000}"/>
          </ac:spMkLst>
        </pc:spChg>
      </pc:sldChg>
      <pc:sldChg chg="ord">
        <pc:chgData name="Aditi Patel" userId="1fe596da157e37f3" providerId="LiveId" clId="{8FD21DE0-860C-41FA-999D-0DEA83DCE76B}" dt="2026-07-14T06:12:39.093" v="3"/>
        <pc:sldMkLst>
          <pc:docMk/>
          <pc:sldMk cId="0" sldId="266"/>
        </pc:sldMkLst>
      </pc:sldChg>
      <pc:sldChg chg="addSp delSp modSp add mod">
        <pc:chgData name="Aditi Patel" userId="1fe596da157e37f3" providerId="LiveId" clId="{8FD21DE0-860C-41FA-999D-0DEA83DCE76B}" dt="2026-07-14T06:43:27.786" v="98" actId="1440"/>
        <pc:sldMkLst>
          <pc:docMk/>
          <pc:sldMk cId="174400365" sldId="273"/>
        </pc:sldMkLst>
        <pc:spChg chg="mod">
          <ac:chgData name="Aditi Patel" userId="1fe596da157e37f3" providerId="LiveId" clId="{8FD21DE0-860C-41FA-999D-0DEA83DCE76B}" dt="2026-07-14T06:40:44.392" v="65" actId="20577"/>
          <ac:spMkLst>
            <pc:docMk/>
            <pc:sldMk cId="174400365" sldId="273"/>
            <ac:spMk id="32" creationId="{6F7820E1-C3FF-39FF-2B92-5C6F41EE0162}"/>
          </ac:spMkLst>
        </pc:spChg>
        <pc:spChg chg="mod">
          <ac:chgData name="Aditi Patel" userId="1fe596da157e37f3" providerId="LiveId" clId="{8FD21DE0-860C-41FA-999D-0DEA83DCE76B}" dt="2026-07-14T06:37:27.916" v="44" actId="20577"/>
          <ac:spMkLst>
            <pc:docMk/>
            <pc:sldMk cId="174400365" sldId="273"/>
            <ac:spMk id="33" creationId="{17F546C8-BB2C-DCDB-1EE1-C6B3AB53C77A}"/>
          </ac:spMkLst>
        </pc:spChg>
        <pc:graphicFrameChg chg="del modGraphic">
          <ac:chgData name="Aditi Patel" userId="1fe596da157e37f3" providerId="LiveId" clId="{8FD21DE0-860C-41FA-999D-0DEA83DCE76B}" dt="2026-07-14T06:37:52.759" v="48" actId="478"/>
          <ac:graphicFrameMkLst>
            <pc:docMk/>
            <pc:sldMk cId="174400365" sldId="273"/>
            <ac:graphicFrameMk id="34" creationId="{38FD5931-9AB2-3F01-0FE6-B2CB82D1771B}"/>
          </ac:graphicFrameMkLst>
        </pc:graphicFrameChg>
        <pc:picChg chg="add mod">
          <ac:chgData name="Aditi Patel" userId="1fe596da157e37f3" providerId="LiveId" clId="{8FD21DE0-860C-41FA-999D-0DEA83DCE76B}" dt="2026-07-14T06:43:27.786" v="98" actId="1440"/>
          <ac:picMkLst>
            <pc:docMk/>
            <pc:sldMk cId="174400365" sldId="273"/>
            <ac:picMk id="38" creationId="{8C2CC439-95E8-FA90-065E-E0633FACE369}"/>
          </ac:picMkLst>
        </pc:picChg>
      </pc:sldChg>
      <pc:sldChg chg="addSp delSp modSp add mod">
        <pc:chgData name="Aditi Patel" userId="1fe596da157e37f3" providerId="LiveId" clId="{8FD21DE0-860C-41FA-999D-0DEA83DCE76B}" dt="2026-07-14T06:43:19.835" v="96" actId="1076"/>
        <pc:sldMkLst>
          <pc:docMk/>
          <pc:sldMk cId="1858378829" sldId="274"/>
        </pc:sldMkLst>
        <pc:spChg chg="mod">
          <ac:chgData name="Aditi Patel" userId="1fe596da157e37f3" providerId="LiveId" clId="{8FD21DE0-860C-41FA-999D-0DEA83DCE76B}" dt="2026-07-14T06:40:50.672" v="76" actId="20577"/>
          <ac:spMkLst>
            <pc:docMk/>
            <pc:sldMk cId="1858378829" sldId="274"/>
            <ac:spMk id="32" creationId="{218870B4-B5ED-93C4-09FB-A2F3A59A2D18}"/>
          </ac:spMkLst>
        </pc:spChg>
        <pc:picChg chg="add mod">
          <ac:chgData name="Aditi Patel" userId="1fe596da157e37f3" providerId="LiveId" clId="{8FD21DE0-860C-41FA-999D-0DEA83DCE76B}" dt="2026-07-14T06:43:19.835" v="96" actId="1076"/>
          <ac:picMkLst>
            <pc:docMk/>
            <pc:sldMk cId="1858378829" sldId="274"/>
            <ac:picMk id="37" creationId="{DCEC991A-A68A-25E8-290C-82646241E007}"/>
          </ac:picMkLst>
        </pc:picChg>
        <pc:picChg chg="del">
          <ac:chgData name="Aditi Patel" userId="1fe596da157e37f3" providerId="LiveId" clId="{8FD21DE0-860C-41FA-999D-0DEA83DCE76B}" dt="2026-07-14T06:39:22.736" v="56" actId="478"/>
          <ac:picMkLst>
            <pc:docMk/>
            <pc:sldMk cId="1858378829" sldId="274"/>
            <ac:picMk id="38" creationId="{C48E5B44-E18A-0126-A5CF-21478FE9CD0A}"/>
          </ac:picMkLst>
        </pc:picChg>
      </pc:sldChg>
      <pc:sldChg chg="addSp delSp modSp add mod">
        <pc:chgData name="Aditi Patel" userId="1fe596da157e37f3" providerId="LiveId" clId="{8FD21DE0-860C-41FA-999D-0DEA83DCE76B}" dt="2026-07-14T06:43:34.102" v="99" actId="14100"/>
        <pc:sldMkLst>
          <pc:docMk/>
          <pc:sldMk cId="1323859935" sldId="275"/>
        </pc:sldMkLst>
        <pc:spChg chg="mod">
          <ac:chgData name="Aditi Patel" userId="1fe596da157e37f3" providerId="LiveId" clId="{8FD21DE0-860C-41FA-999D-0DEA83DCE76B}" dt="2026-07-14T06:40:57.191" v="77" actId="20577"/>
          <ac:spMkLst>
            <pc:docMk/>
            <pc:sldMk cId="1323859935" sldId="275"/>
            <ac:spMk id="32" creationId="{FEC671A7-8A14-2977-3EE4-CFB95F6D9A9C}"/>
          </ac:spMkLst>
        </pc:spChg>
        <pc:picChg chg="del">
          <ac:chgData name="Aditi Patel" userId="1fe596da157e37f3" providerId="LiveId" clId="{8FD21DE0-860C-41FA-999D-0DEA83DCE76B}" dt="2026-07-14T06:40:06.528" v="61" actId="478"/>
          <ac:picMkLst>
            <pc:docMk/>
            <pc:sldMk cId="1323859935" sldId="275"/>
            <ac:picMk id="37" creationId="{0A57ADDE-DA29-9036-D1FA-6B2F0EFDFDF3}"/>
          </ac:picMkLst>
        </pc:picChg>
        <pc:picChg chg="add mod">
          <ac:chgData name="Aditi Patel" userId="1fe596da157e37f3" providerId="LiveId" clId="{8FD21DE0-860C-41FA-999D-0DEA83DCE76B}" dt="2026-07-14T06:43:34.102" v="99" actId="14100"/>
          <ac:picMkLst>
            <pc:docMk/>
            <pc:sldMk cId="1323859935" sldId="275"/>
            <ac:picMk id="38" creationId="{37FFD474-C0F1-D4AC-8B44-0EC33DC71CE6}"/>
          </ac:picMkLst>
        </pc:picChg>
      </pc:sldChg>
      <pc:sldChg chg="addSp delSp modSp add mod">
        <pc:chgData name="Aditi Patel" userId="1fe596da157e37f3" providerId="LiveId" clId="{8FD21DE0-860C-41FA-999D-0DEA83DCE76B}" dt="2026-07-14T06:43:48.829" v="102" actId="1076"/>
        <pc:sldMkLst>
          <pc:docMk/>
          <pc:sldMk cId="2460080190" sldId="276"/>
        </pc:sldMkLst>
        <pc:picChg chg="add mod">
          <ac:chgData name="Aditi Patel" userId="1fe596da157e37f3" providerId="LiveId" clId="{8FD21DE0-860C-41FA-999D-0DEA83DCE76B}" dt="2026-07-14T06:43:48.829" v="102" actId="1076"/>
          <ac:picMkLst>
            <pc:docMk/>
            <pc:sldMk cId="2460080190" sldId="276"/>
            <ac:picMk id="37" creationId="{5867CA28-E731-F39A-682D-B401571E0AA1}"/>
          </ac:picMkLst>
        </pc:picChg>
        <pc:picChg chg="del">
          <ac:chgData name="Aditi Patel" userId="1fe596da157e37f3" providerId="LiveId" clId="{8FD21DE0-860C-41FA-999D-0DEA83DCE76B}" dt="2026-07-14T06:41:18.198" v="79" actId="478"/>
          <ac:picMkLst>
            <pc:docMk/>
            <pc:sldMk cId="2460080190" sldId="276"/>
            <ac:picMk id="38" creationId="{BF98CDD0-7726-65F9-E035-F48200D4A87A}"/>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7417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9403B-3BB1-3BA1-21BF-C07CEF2E3F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88D71F-B04B-0E4B-3E1A-EC2CC94999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B472AC-9ABF-08D4-0664-66A93BA105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19E01C-5DB9-372A-5D80-876A62F89870}"/>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272602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22C272-1393-2455-C6A0-87D917BDAF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3C1119-D207-D248-9724-9DBAAE2B11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112894-27F8-54B6-5B11-2D6A3D9C77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FAD8C5-8CF2-64A0-2A6A-FEB633FC3BA4}"/>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8189404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9C80C-122C-F12A-7C91-BD1E304E9B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556EBE-1D7F-F3A2-94D6-87CCACD308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6BDFF9-A4DE-8BA7-FF37-D55FC27AC5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FA7333-41FA-CDC7-C019-386962DA0452}"/>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4256437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62DDB8-3D8B-9F02-1588-1844444498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D5941B-9962-9508-7AEF-2187C5B82D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2F4217-4D20-ECA2-07A5-2E854B1BD5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2B75E58-9934-68C0-343F-E9BA0DBAD538}"/>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2721640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AEF39-E253-9CDB-D047-0E838BE2B5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E4D45D-7D5C-B033-A824-20DABB1ACC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AF16A4-C7E4-6270-3F69-720DDC35E5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586BF43-443F-26EC-C6FD-4B2366741A85}"/>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9310233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D0709-3F6E-E1C3-AB77-CB7EBD89D1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62DF15-ABB5-B243-DB7F-C48A641B1A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5D99AA-4DC2-5A72-8905-2AAA421F7B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157232-7081-AC97-CCD2-21F55E251EAD}"/>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851011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2F707E-ADBB-EE82-26FE-1F91C86C6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ADC3F-A925-1457-7D84-B1FFD638A2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2931A1-6E1C-1343-7800-B550B4CFBA4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FD8819-F908-FC48-5AAD-18B5E5FDE944}"/>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4075652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2.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0.png"/><Relationship Id="rId4" Type="http://schemas.openxmlformats.org/officeDocument/2006/relationships/image" Target="../media/image29.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31.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32B"/>
        </a:solidFill>
        <a:effectLst/>
      </p:bgPr>
    </p:bg>
    <p:spTree>
      <p:nvGrpSpPr>
        <p:cNvPr id="1" name=""/>
        <p:cNvGrpSpPr/>
        <p:nvPr/>
      </p:nvGrpSpPr>
      <p:grpSpPr>
        <a:xfrm>
          <a:off x="0" y="0"/>
          <a:ext cx="0" cy="0"/>
          <a:chOff x="0" y="0"/>
          <a:chExt cx="0" cy="0"/>
        </a:xfrm>
      </p:grpSpPr>
      <p:sp>
        <p:nvSpPr>
          <p:cNvPr id="2" name="Shape 0"/>
          <p:cNvSpPr/>
          <p:nvPr/>
        </p:nvSpPr>
        <p:spPr>
          <a:xfrm>
            <a:off x="9692640" y="-2103120"/>
            <a:ext cx="5029200" cy="5029200"/>
          </a:xfrm>
          <a:prstGeom prst="ellipse">
            <a:avLst/>
          </a:prstGeom>
          <a:solidFill>
            <a:srgbClr val="00C2FF">
              <a:alpha val="8000"/>
            </a:srgbClr>
          </a:solidFill>
          <a:ln/>
        </p:spPr>
        <p:txBody>
          <a:bodyPr/>
          <a:lstStyle/>
          <a:p>
            <a:endParaRPr lang="en-IN"/>
          </a:p>
        </p:txBody>
      </p:sp>
      <p:sp>
        <p:nvSpPr>
          <p:cNvPr id="3" name="Shape 1"/>
          <p:cNvSpPr/>
          <p:nvPr/>
        </p:nvSpPr>
        <p:spPr>
          <a:xfrm>
            <a:off x="-2011680" y="4572000"/>
            <a:ext cx="4754880" cy="4754880"/>
          </a:xfrm>
          <a:prstGeom prst="ellipse">
            <a:avLst/>
          </a:prstGeom>
          <a:solidFill>
            <a:srgbClr val="00C2FF">
              <a:alpha val="6000"/>
            </a:srgbClr>
          </a:solidFill>
          <a:ln/>
        </p:spPr>
        <p:txBody>
          <a:bodyPr/>
          <a:lstStyle/>
          <a:p>
            <a:endParaRPr lang="en-IN"/>
          </a:p>
        </p:txBody>
      </p:sp>
      <p:sp>
        <p:nvSpPr>
          <p:cNvPr id="4" name="Shape 2"/>
          <p:cNvSpPr/>
          <p:nvPr/>
        </p:nvSpPr>
        <p:spPr>
          <a:xfrm>
            <a:off x="365760" y="256032"/>
            <a:ext cx="32004" cy="32004"/>
          </a:xfrm>
          <a:prstGeom prst="ellipse">
            <a:avLst/>
          </a:prstGeom>
          <a:solidFill>
            <a:srgbClr val="00C2FF">
              <a:alpha val="45000"/>
            </a:srgbClr>
          </a:solidFill>
          <a:ln/>
        </p:spPr>
        <p:txBody>
          <a:bodyPr/>
          <a:lstStyle/>
          <a:p>
            <a:endParaRPr lang="en-IN"/>
          </a:p>
        </p:txBody>
      </p:sp>
      <p:sp>
        <p:nvSpPr>
          <p:cNvPr id="5" name="Shape 3"/>
          <p:cNvSpPr/>
          <p:nvPr/>
        </p:nvSpPr>
        <p:spPr>
          <a:xfrm>
            <a:off x="1234440" y="256032"/>
            <a:ext cx="32004" cy="32004"/>
          </a:xfrm>
          <a:prstGeom prst="ellipse">
            <a:avLst/>
          </a:prstGeom>
          <a:solidFill>
            <a:srgbClr val="00C2FF">
              <a:alpha val="45000"/>
            </a:srgbClr>
          </a:solidFill>
          <a:ln/>
        </p:spPr>
        <p:txBody>
          <a:bodyPr/>
          <a:lstStyle/>
          <a:p>
            <a:endParaRPr lang="en-IN"/>
          </a:p>
        </p:txBody>
      </p:sp>
      <p:sp>
        <p:nvSpPr>
          <p:cNvPr id="6" name="Shape 4"/>
          <p:cNvSpPr/>
          <p:nvPr/>
        </p:nvSpPr>
        <p:spPr>
          <a:xfrm>
            <a:off x="2103120" y="256032"/>
            <a:ext cx="32004" cy="32004"/>
          </a:xfrm>
          <a:prstGeom prst="ellipse">
            <a:avLst/>
          </a:prstGeom>
          <a:solidFill>
            <a:srgbClr val="00C2FF">
              <a:alpha val="45000"/>
            </a:srgbClr>
          </a:solidFill>
          <a:ln/>
        </p:spPr>
        <p:txBody>
          <a:bodyPr/>
          <a:lstStyle/>
          <a:p>
            <a:endParaRPr lang="en-IN"/>
          </a:p>
        </p:txBody>
      </p:sp>
      <p:sp>
        <p:nvSpPr>
          <p:cNvPr id="7" name="Shape 5"/>
          <p:cNvSpPr/>
          <p:nvPr/>
        </p:nvSpPr>
        <p:spPr>
          <a:xfrm>
            <a:off x="2971800" y="256032"/>
            <a:ext cx="32004" cy="32004"/>
          </a:xfrm>
          <a:prstGeom prst="ellipse">
            <a:avLst/>
          </a:prstGeom>
          <a:solidFill>
            <a:srgbClr val="00C2FF">
              <a:alpha val="45000"/>
            </a:srgbClr>
          </a:solidFill>
          <a:ln/>
        </p:spPr>
        <p:txBody>
          <a:bodyPr/>
          <a:lstStyle/>
          <a:p>
            <a:endParaRPr lang="en-IN"/>
          </a:p>
        </p:txBody>
      </p:sp>
      <p:sp>
        <p:nvSpPr>
          <p:cNvPr id="8" name="Shape 6"/>
          <p:cNvSpPr/>
          <p:nvPr/>
        </p:nvSpPr>
        <p:spPr>
          <a:xfrm>
            <a:off x="3840480" y="256032"/>
            <a:ext cx="32004" cy="32004"/>
          </a:xfrm>
          <a:prstGeom prst="ellipse">
            <a:avLst/>
          </a:prstGeom>
          <a:solidFill>
            <a:srgbClr val="00C2FF">
              <a:alpha val="45000"/>
            </a:srgbClr>
          </a:solidFill>
          <a:ln/>
        </p:spPr>
        <p:txBody>
          <a:bodyPr/>
          <a:lstStyle/>
          <a:p>
            <a:endParaRPr lang="en-IN"/>
          </a:p>
        </p:txBody>
      </p:sp>
      <p:sp>
        <p:nvSpPr>
          <p:cNvPr id="9" name="Shape 7"/>
          <p:cNvSpPr/>
          <p:nvPr/>
        </p:nvSpPr>
        <p:spPr>
          <a:xfrm>
            <a:off x="4709160" y="256032"/>
            <a:ext cx="32004" cy="32004"/>
          </a:xfrm>
          <a:prstGeom prst="ellipse">
            <a:avLst/>
          </a:prstGeom>
          <a:solidFill>
            <a:srgbClr val="00C2FF">
              <a:alpha val="45000"/>
            </a:srgbClr>
          </a:solidFill>
          <a:ln/>
        </p:spPr>
        <p:txBody>
          <a:bodyPr/>
          <a:lstStyle/>
          <a:p>
            <a:endParaRPr lang="en-IN"/>
          </a:p>
        </p:txBody>
      </p:sp>
      <p:sp>
        <p:nvSpPr>
          <p:cNvPr id="10" name="Shape 8"/>
          <p:cNvSpPr/>
          <p:nvPr/>
        </p:nvSpPr>
        <p:spPr>
          <a:xfrm>
            <a:off x="5577840" y="256032"/>
            <a:ext cx="32004" cy="32004"/>
          </a:xfrm>
          <a:prstGeom prst="ellipse">
            <a:avLst/>
          </a:prstGeom>
          <a:solidFill>
            <a:srgbClr val="00C2FF">
              <a:alpha val="45000"/>
            </a:srgbClr>
          </a:solidFill>
          <a:ln/>
        </p:spPr>
        <p:txBody>
          <a:bodyPr/>
          <a:lstStyle/>
          <a:p>
            <a:endParaRPr lang="en-IN"/>
          </a:p>
        </p:txBody>
      </p:sp>
      <p:sp>
        <p:nvSpPr>
          <p:cNvPr id="11" name="Shape 9"/>
          <p:cNvSpPr/>
          <p:nvPr/>
        </p:nvSpPr>
        <p:spPr>
          <a:xfrm>
            <a:off x="6446520" y="256032"/>
            <a:ext cx="32004" cy="32004"/>
          </a:xfrm>
          <a:prstGeom prst="ellipse">
            <a:avLst/>
          </a:prstGeom>
          <a:solidFill>
            <a:srgbClr val="00C2FF">
              <a:alpha val="45000"/>
            </a:srgbClr>
          </a:solidFill>
          <a:ln/>
        </p:spPr>
        <p:txBody>
          <a:bodyPr/>
          <a:lstStyle/>
          <a:p>
            <a:endParaRPr lang="en-IN"/>
          </a:p>
        </p:txBody>
      </p:sp>
      <p:sp>
        <p:nvSpPr>
          <p:cNvPr id="12" name="Shape 10"/>
          <p:cNvSpPr/>
          <p:nvPr/>
        </p:nvSpPr>
        <p:spPr>
          <a:xfrm>
            <a:off x="7315200" y="256032"/>
            <a:ext cx="32004" cy="32004"/>
          </a:xfrm>
          <a:prstGeom prst="ellipse">
            <a:avLst/>
          </a:prstGeom>
          <a:solidFill>
            <a:srgbClr val="00C2FF">
              <a:alpha val="45000"/>
            </a:srgbClr>
          </a:solidFill>
          <a:ln/>
        </p:spPr>
        <p:txBody>
          <a:bodyPr/>
          <a:lstStyle/>
          <a:p>
            <a:endParaRPr lang="en-IN"/>
          </a:p>
        </p:txBody>
      </p:sp>
      <p:sp>
        <p:nvSpPr>
          <p:cNvPr id="13" name="Shape 11"/>
          <p:cNvSpPr/>
          <p:nvPr/>
        </p:nvSpPr>
        <p:spPr>
          <a:xfrm>
            <a:off x="8183880" y="256032"/>
            <a:ext cx="32004" cy="32004"/>
          </a:xfrm>
          <a:prstGeom prst="ellipse">
            <a:avLst/>
          </a:prstGeom>
          <a:solidFill>
            <a:srgbClr val="00C2FF">
              <a:alpha val="45000"/>
            </a:srgbClr>
          </a:solidFill>
          <a:ln/>
        </p:spPr>
        <p:txBody>
          <a:bodyPr/>
          <a:lstStyle/>
          <a:p>
            <a:endParaRPr lang="en-IN"/>
          </a:p>
        </p:txBody>
      </p:sp>
      <p:sp>
        <p:nvSpPr>
          <p:cNvPr id="14" name="Shape 12"/>
          <p:cNvSpPr/>
          <p:nvPr/>
        </p:nvSpPr>
        <p:spPr>
          <a:xfrm>
            <a:off x="9052560" y="256032"/>
            <a:ext cx="32004" cy="32004"/>
          </a:xfrm>
          <a:prstGeom prst="ellipse">
            <a:avLst/>
          </a:prstGeom>
          <a:solidFill>
            <a:srgbClr val="00C2FF">
              <a:alpha val="45000"/>
            </a:srgbClr>
          </a:solidFill>
          <a:ln/>
        </p:spPr>
        <p:txBody>
          <a:bodyPr/>
          <a:lstStyle/>
          <a:p>
            <a:endParaRPr lang="en-IN"/>
          </a:p>
        </p:txBody>
      </p:sp>
      <p:sp>
        <p:nvSpPr>
          <p:cNvPr id="15" name="Shape 13"/>
          <p:cNvSpPr/>
          <p:nvPr/>
        </p:nvSpPr>
        <p:spPr>
          <a:xfrm>
            <a:off x="9921240" y="256032"/>
            <a:ext cx="32004" cy="32004"/>
          </a:xfrm>
          <a:prstGeom prst="ellipse">
            <a:avLst/>
          </a:prstGeom>
          <a:solidFill>
            <a:srgbClr val="00C2FF">
              <a:alpha val="45000"/>
            </a:srgbClr>
          </a:solidFill>
          <a:ln/>
        </p:spPr>
        <p:txBody>
          <a:bodyPr/>
          <a:lstStyle/>
          <a:p>
            <a:endParaRPr lang="en-IN"/>
          </a:p>
        </p:txBody>
      </p:sp>
      <p:sp>
        <p:nvSpPr>
          <p:cNvPr id="16" name="Shape 14"/>
          <p:cNvSpPr/>
          <p:nvPr/>
        </p:nvSpPr>
        <p:spPr>
          <a:xfrm>
            <a:off x="10789920" y="256032"/>
            <a:ext cx="32004" cy="32004"/>
          </a:xfrm>
          <a:prstGeom prst="ellipse">
            <a:avLst/>
          </a:prstGeom>
          <a:solidFill>
            <a:srgbClr val="00C2FF">
              <a:alpha val="45000"/>
            </a:srgbClr>
          </a:solidFill>
          <a:ln/>
        </p:spPr>
        <p:txBody>
          <a:bodyPr/>
          <a:lstStyle/>
          <a:p>
            <a:endParaRPr lang="en-IN"/>
          </a:p>
        </p:txBody>
      </p:sp>
      <p:sp>
        <p:nvSpPr>
          <p:cNvPr id="17" name="Shape 15"/>
          <p:cNvSpPr/>
          <p:nvPr/>
        </p:nvSpPr>
        <p:spPr>
          <a:xfrm>
            <a:off x="11658600" y="256032"/>
            <a:ext cx="32004" cy="32004"/>
          </a:xfrm>
          <a:prstGeom prst="ellipse">
            <a:avLst/>
          </a:prstGeom>
          <a:solidFill>
            <a:srgbClr val="00C2FF">
              <a:alpha val="45000"/>
            </a:srgbClr>
          </a:solidFill>
          <a:ln/>
        </p:spPr>
        <p:txBody>
          <a:bodyPr/>
          <a:lstStyle/>
          <a:p>
            <a:endParaRPr lang="en-IN"/>
          </a:p>
        </p:txBody>
      </p:sp>
      <p:sp>
        <p:nvSpPr>
          <p:cNvPr id="18" name="Shape 16"/>
          <p:cNvSpPr/>
          <p:nvPr/>
        </p:nvSpPr>
        <p:spPr>
          <a:xfrm>
            <a:off x="365760" y="6601968"/>
            <a:ext cx="32004" cy="32004"/>
          </a:xfrm>
          <a:prstGeom prst="ellipse">
            <a:avLst/>
          </a:prstGeom>
          <a:solidFill>
            <a:srgbClr val="00C2FF">
              <a:alpha val="45000"/>
            </a:srgbClr>
          </a:solidFill>
          <a:ln/>
        </p:spPr>
        <p:txBody>
          <a:bodyPr/>
          <a:lstStyle/>
          <a:p>
            <a:endParaRPr lang="en-IN"/>
          </a:p>
        </p:txBody>
      </p:sp>
      <p:sp>
        <p:nvSpPr>
          <p:cNvPr id="19" name="Shape 17"/>
          <p:cNvSpPr/>
          <p:nvPr/>
        </p:nvSpPr>
        <p:spPr>
          <a:xfrm>
            <a:off x="1234440" y="6601968"/>
            <a:ext cx="32004" cy="32004"/>
          </a:xfrm>
          <a:prstGeom prst="ellipse">
            <a:avLst/>
          </a:prstGeom>
          <a:solidFill>
            <a:srgbClr val="00C2FF">
              <a:alpha val="45000"/>
            </a:srgbClr>
          </a:solidFill>
          <a:ln/>
        </p:spPr>
        <p:txBody>
          <a:bodyPr/>
          <a:lstStyle/>
          <a:p>
            <a:endParaRPr lang="en-IN"/>
          </a:p>
        </p:txBody>
      </p:sp>
      <p:sp>
        <p:nvSpPr>
          <p:cNvPr id="20" name="Shape 18"/>
          <p:cNvSpPr/>
          <p:nvPr/>
        </p:nvSpPr>
        <p:spPr>
          <a:xfrm>
            <a:off x="2103120" y="6601968"/>
            <a:ext cx="32004" cy="32004"/>
          </a:xfrm>
          <a:prstGeom prst="ellipse">
            <a:avLst/>
          </a:prstGeom>
          <a:solidFill>
            <a:srgbClr val="00C2FF">
              <a:alpha val="45000"/>
            </a:srgbClr>
          </a:solidFill>
          <a:ln/>
        </p:spPr>
        <p:txBody>
          <a:bodyPr/>
          <a:lstStyle/>
          <a:p>
            <a:endParaRPr lang="en-IN"/>
          </a:p>
        </p:txBody>
      </p:sp>
      <p:sp>
        <p:nvSpPr>
          <p:cNvPr id="21" name="Shape 19"/>
          <p:cNvSpPr/>
          <p:nvPr/>
        </p:nvSpPr>
        <p:spPr>
          <a:xfrm>
            <a:off x="2971800" y="6601968"/>
            <a:ext cx="32004" cy="32004"/>
          </a:xfrm>
          <a:prstGeom prst="ellipse">
            <a:avLst/>
          </a:prstGeom>
          <a:solidFill>
            <a:srgbClr val="00C2FF">
              <a:alpha val="45000"/>
            </a:srgbClr>
          </a:solidFill>
          <a:ln/>
        </p:spPr>
        <p:txBody>
          <a:bodyPr/>
          <a:lstStyle/>
          <a:p>
            <a:endParaRPr lang="en-IN"/>
          </a:p>
        </p:txBody>
      </p:sp>
      <p:sp>
        <p:nvSpPr>
          <p:cNvPr id="22" name="Shape 20"/>
          <p:cNvSpPr/>
          <p:nvPr/>
        </p:nvSpPr>
        <p:spPr>
          <a:xfrm>
            <a:off x="3840480" y="6601968"/>
            <a:ext cx="32004" cy="32004"/>
          </a:xfrm>
          <a:prstGeom prst="ellipse">
            <a:avLst/>
          </a:prstGeom>
          <a:solidFill>
            <a:srgbClr val="00C2FF">
              <a:alpha val="45000"/>
            </a:srgbClr>
          </a:solidFill>
          <a:ln/>
        </p:spPr>
        <p:txBody>
          <a:bodyPr/>
          <a:lstStyle/>
          <a:p>
            <a:endParaRPr lang="en-IN"/>
          </a:p>
        </p:txBody>
      </p:sp>
      <p:sp>
        <p:nvSpPr>
          <p:cNvPr id="23" name="Shape 21"/>
          <p:cNvSpPr/>
          <p:nvPr/>
        </p:nvSpPr>
        <p:spPr>
          <a:xfrm>
            <a:off x="4709160" y="6601968"/>
            <a:ext cx="32004" cy="32004"/>
          </a:xfrm>
          <a:prstGeom prst="ellipse">
            <a:avLst/>
          </a:prstGeom>
          <a:solidFill>
            <a:srgbClr val="00C2FF">
              <a:alpha val="45000"/>
            </a:srgbClr>
          </a:solidFill>
          <a:ln/>
        </p:spPr>
        <p:txBody>
          <a:bodyPr/>
          <a:lstStyle/>
          <a:p>
            <a:endParaRPr lang="en-IN"/>
          </a:p>
        </p:txBody>
      </p:sp>
      <p:sp>
        <p:nvSpPr>
          <p:cNvPr id="24" name="Shape 22"/>
          <p:cNvSpPr/>
          <p:nvPr/>
        </p:nvSpPr>
        <p:spPr>
          <a:xfrm>
            <a:off x="5577840" y="6601968"/>
            <a:ext cx="32004" cy="32004"/>
          </a:xfrm>
          <a:prstGeom prst="ellipse">
            <a:avLst/>
          </a:prstGeom>
          <a:solidFill>
            <a:srgbClr val="00C2FF">
              <a:alpha val="45000"/>
            </a:srgbClr>
          </a:solidFill>
          <a:ln/>
        </p:spPr>
        <p:txBody>
          <a:bodyPr/>
          <a:lstStyle/>
          <a:p>
            <a:endParaRPr lang="en-IN"/>
          </a:p>
        </p:txBody>
      </p:sp>
      <p:sp>
        <p:nvSpPr>
          <p:cNvPr id="25" name="Shape 23"/>
          <p:cNvSpPr/>
          <p:nvPr/>
        </p:nvSpPr>
        <p:spPr>
          <a:xfrm>
            <a:off x="6446520" y="6601968"/>
            <a:ext cx="32004" cy="32004"/>
          </a:xfrm>
          <a:prstGeom prst="ellipse">
            <a:avLst/>
          </a:prstGeom>
          <a:solidFill>
            <a:srgbClr val="00C2FF">
              <a:alpha val="45000"/>
            </a:srgbClr>
          </a:solidFill>
          <a:ln/>
        </p:spPr>
        <p:txBody>
          <a:bodyPr/>
          <a:lstStyle/>
          <a:p>
            <a:endParaRPr lang="en-IN"/>
          </a:p>
        </p:txBody>
      </p:sp>
      <p:sp>
        <p:nvSpPr>
          <p:cNvPr id="26" name="Shape 24"/>
          <p:cNvSpPr/>
          <p:nvPr/>
        </p:nvSpPr>
        <p:spPr>
          <a:xfrm>
            <a:off x="7315200" y="6601968"/>
            <a:ext cx="32004" cy="32004"/>
          </a:xfrm>
          <a:prstGeom prst="ellipse">
            <a:avLst/>
          </a:prstGeom>
          <a:solidFill>
            <a:srgbClr val="00C2FF">
              <a:alpha val="45000"/>
            </a:srgbClr>
          </a:solidFill>
          <a:ln/>
        </p:spPr>
        <p:txBody>
          <a:bodyPr/>
          <a:lstStyle/>
          <a:p>
            <a:endParaRPr lang="en-IN"/>
          </a:p>
        </p:txBody>
      </p:sp>
      <p:sp>
        <p:nvSpPr>
          <p:cNvPr id="27" name="Shape 25"/>
          <p:cNvSpPr/>
          <p:nvPr/>
        </p:nvSpPr>
        <p:spPr>
          <a:xfrm>
            <a:off x="8183880" y="6601968"/>
            <a:ext cx="32004" cy="32004"/>
          </a:xfrm>
          <a:prstGeom prst="ellipse">
            <a:avLst/>
          </a:prstGeom>
          <a:solidFill>
            <a:srgbClr val="00C2FF">
              <a:alpha val="45000"/>
            </a:srgbClr>
          </a:solidFill>
          <a:ln/>
        </p:spPr>
        <p:txBody>
          <a:bodyPr/>
          <a:lstStyle/>
          <a:p>
            <a:endParaRPr lang="en-IN"/>
          </a:p>
        </p:txBody>
      </p:sp>
      <p:sp>
        <p:nvSpPr>
          <p:cNvPr id="28" name="Shape 26"/>
          <p:cNvSpPr/>
          <p:nvPr/>
        </p:nvSpPr>
        <p:spPr>
          <a:xfrm>
            <a:off x="9052560" y="6601968"/>
            <a:ext cx="32004" cy="32004"/>
          </a:xfrm>
          <a:prstGeom prst="ellipse">
            <a:avLst/>
          </a:prstGeom>
          <a:solidFill>
            <a:srgbClr val="00C2FF">
              <a:alpha val="45000"/>
            </a:srgbClr>
          </a:solidFill>
          <a:ln/>
        </p:spPr>
        <p:txBody>
          <a:bodyPr/>
          <a:lstStyle/>
          <a:p>
            <a:endParaRPr lang="en-IN"/>
          </a:p>
        </p:txBody>
      </p:sp>
      <p:sp>
        <p:nvSpPr>
          <p:cNvPr id="29" name="Shape 27"/>
          <p:cNvSpPr/>
          <p:nvPr/>
        </p:nvSpPr>
        <p:spPr>
          <a:xfrm>
            <a:off x="9921240" y="6601968"/>
            <a:ext cx="32004" cy="32004"/>
          </a:xfrm>
          <a:prstGeom prst="ellipse">
            <a:avLst/>
          </a:prstGeom>
          <a:solidFill>
            <a:srgbClr val="00C2FF">
              <a:alpha val="45000"/>
            </a:srgbClr>
          </a:solidFill>
          <a:ln/>
        </p:spPr>
        <p:txBody>
          <a:bodyPr/>
          <a:lstStyle/>
          <a:p>
            <a:endParaRPr lang="en-IN"/>
          </a:p>
        </p:txBody>
      </p:sp>
      <p:sp>
        <p:nvSpPr>
          <p:cNvPr id="30" name="Shape 28"/>
          <p:cNvSpPr/>
          <p:nvPr/>
        </p:nvSpPr>
        <p:spPr>
          <a:xfrm>
            <a:off x="10789920" y="6601968"/>
            <a:ext cx="32004" cy="32004"/>
          </a:xfrm>
          <a:prstGeom prst="ellipse">
            <a:avLst/>
          </a:prstGeom>
          <a:solidFill>
            <a:srgbClr val="00C2FF">
              <a:alpha val="45000"/>
            </a:srgbClr>
          </a:solidFill>
          <a:ln/>
        </p:spPr>
        <p:txBody>
          <a:bodyPr/>
          <a:lstStyle/>
          <a:p>
            <a:endParaRPr lang="en-IN"/>
          </a:p>
        </p:txBody>
      </p:sp>
      <p:sp>
        <p:nvSpPr>
          <p:cNvPr id="31" name="Shape 29"/>
          <p:cNvSpPr/>
          <p:nvPr/>
        </p:nvSpPr>
        <p:spPr>
          <a:xfrm>
            <a:off x="11658600" y="6601968"/>
            <a:ext cx="32004" cy="32004"/>
          </a:xfrm>
          <a:prstGeom prst="ellipse">
            <a:avLst/>
          </a:prstGeom>
          <a:solidFill>
            <a:srgbClr val="00C2FF">
              <a:alpha val="45000"/>
            </a:srgbClr>
          </a:solidFill>
          <a:ln/>
        </p:spPr>
        <p:txBody>
          <a:bodyPr/>
          <a:lstStyle/>
          <a:p>
            <a:endParaRPr lang="en-IN"/>
          </a:p>
        </p:txBody>
      </p:sp>
      <p:pic>
        <p:nvPicPr>
          <p:cNvPr id="32" name="Image 0" descr="/home/claude/insight_deck/icons/shield_cyan.png"/>
          <p:cNvPicPr>
            <a:picLocks noChangeAspect="1"/>
          </p:cNvPicPr>
          <p:nvPr/>
        </p:nvPicPr>
        <p:blipFill>
          <a:blip r:embed="rId3">
            <a:alphaModFix amt="12000"/>
          </a:blip>
          <a:stretch>
            <a:fillRect/>
          </a:stretch>
        </p:blipFill>
        <p:spPr>
          <a:xfrm>
            <a:off x="7863840" y="914400"/>
            <a:ext cx="4754880" cy="4754880"/>
          </a:xfrm>
          <a:prstGeom prst="rect">
            <a:avLst/>
          </a:prstGeom>
        </p:spPr>
      </p:pic>
      <p:pic>
        <p:nvPicPr>
          <p:cNvPr id="33" name="Image 1" descr="/home/claude/insight_deck/icons/shield_cyan.png"/>
          <p:cNvPicPr>
            <a:picLocks noChangeAspect="1"/>
          </p:cNvPicPr>
          <p:nvPr/>
        </p:nvPicPr>
        <p:blipFill>
          <a:blip r:embed="rId3"/>
          <a:stretch>
            <a:fillRect/>
          </a:stretch>
        </p:blipFill>
        <p:spPr>
          <a:xfrm>
            <a:off x="548640" y="502920"/>
            <a:ext cx="457200" cy="457200"/>
          </a:xfrm>
          <a:prstGeom prst="rect">
            <a:avLst/>
          </a:prstGeom>
        </p:spPr>
      </p:pic>
      <p:sp>
        <p:nvSpPr>
          <p:cNvPr id="34" name="Text 30"/>
          <p:cNvSpPr/>
          <p:nvPr/>
        </p:nvSpPr>
        <p:spPr>
          <a:xfrm>
            <a:off x="1097280" y="530352"/>
            <a:ext cx="6400800" cy="402336"/>
          </a:xfrm>
          <a:prstGeom prst="rect">
            <a:avLst/>
          </a:prstGeom>
          <a:noFill/>
          <a:ln/>
        </p:spPr>
        <p:txBody>
          <a:bodyPr wrap="square" rtlCol="0" anchor="ctr"/>
          <a:lstStyle/>
          <a:p>
            <a:pPr marL="0" indent="0">
              <a:buNone/>
            </a:pPr>
            <a:r>
              <a:rPr lang="en-US" sz="1200" b="1" kern="0" spc="200" dirty="0">
                <a:solidFill>
                  <a:srgbClr val="8A94B0"/>
                </a:solidFill>
                <a:latin typeface="Poppins" pitchFamily="34" charset="0"/>
                <a:ea typeface="Poppins" pitchFamily="34" charset="-122"/>
                <a:cs typeface="Poppins" pitchFamily="34" charset="-120"/>
              </a:rPr>
              <a:t>FINSPARK'26  ·  BANK OF MAHARASHTRA</a:t>
            </a:r>
            <a:endParaRPr lang="en-US" sz="1200" dirty="0"/>
          </a:p>
        </p:txBody>
      </p:sp>
      <p:sp>
        <p:nvSpPr>
          <p:cNvPr id="35" name="Text 31"/>
          <p:cNvSpPr/>
          <p:nvPr/>
        </p:nvSpPr>
        <p:spPr>
          <a:xfrm>
            <a:off x="548640" y="2235708"/>
            <a:ext cx="9144000" cy="1280160"/>
          </a:xfrm>
          <a:prstGeom prst="rect">
            <a:avLst/>
          </a:prstGeom>
          <a:noFill/>
          <a:ln/>
        </p:spPr>
        <p:txBody>
          <a:bodyPr wrap="square" rtlCol="0" anchor="ctr"/>
          <a:lstStyle/>
          <a:p>
            <a:pPr marL="0" indent="0">
              <a:buNone/>
            </a:pPr>
            <a:r>
              <a:rPr lang="en-US" sz="7200" b="1" kern="0" spc="100" dirty="0">
                <a:solidFill>
                  <a:srgbClr val="FFFFFF"/>
                </a:solidFill>
                <a:latin typeface="Montserrat" pitchFamily="34" charset="0"/>
                <a:ea typeface="Montserrat" pitchFamily="34" charset="-122"/>
                <a:cs typeface="Montserrat" pitchFamily="34" charset="-120"/>
              </a:rPr>
              <a:t>INSIGHT</a:t>
            </a:r>
            <a:endParaRPr lang="en-US" sz="7200" dirty="0"/>
          </a:p>
        </p:txBody>
      </p:sp>
      <p:sp>
        <p:nvSpPr>
          <p:cNvPr id="36" name="Text 32"/>
          <p:cNvSpPr/>
          <p:nvPr/>
        </p:nvSpPr>
        <p:spPr>
          <a:xfrm>
            <a:off x="566928" y="3520440"/>
            <a:ext cx="8686800" cy="457200"/>
          </a:xfrm>
          <a:prstGeom prst="rect">
            <a:avLst/>
          </a:prstGeom>
          <a:noFill/>
          <a:ln/>
        </p:spPr>
        <p:txBody>
          <a:bodyPr wrap="square" rtlCol="0" anchor="ctr"/>
          <a:lstStyle/>
          <a:p>
            <a:pPr marL="0" indent="0">
              <a:buNone/>
            </a:pPr>
            <a:r>
              <a:rPr lang="en-US" sz="1400" b="1" kern="0" spc="150" dirty="0">
                <a:solidFill>
                  <a:srgbClr val="00C2FF"/>
                </a:solidFill>
                <a:latin typeface="Poppins" pitchFamily="34" charset="0"/>
                <a:ea typeface="Poppins" pitchFamily="34" charset="-122"/>
                <a:cs typeface="Poppins" pitchFamily="34" charset="-120"/>
              </a:rPr>
              <a:t>INSIDER SECURITY &amp; INTELLIGENT GOVERNANCE FOR HIGH-PRIVILEGE THREATS</a:t>
            </a:r>
            <a:endParaRPr lang="en-US" sz="1400" dirty="0"/>
          </a:p>
        </p:txBody>
      </p:sp>
      <p:sp>
        <p:nvSpPr>
          <p:cNvPr id="37" name="Text 33"/>
          <p:cNvSpPr/>
          <p:nvPr/>
        </p:nvSpPr>
        <p:spPr>
          <a:xfrm>
            <a:off x="566928" y="4160520"/>
            <a:ext cx="8229600" cy="548640"/>
          </a:xfrm>
          <a:prstGeom prst="rect">
            <a:avLst/>
          </a:prstGeom>
          <a:noFill/>
          <a:ln/>
        </p:spPr>
        <p:txBody>
          <a:bodyPr wrap="square" rtlCol="0" anchor="ctr"/>
          <a:lstStyle/>
          <a:p>
            <a:pPr marL="0" indent="0">
              <a:buNone/>
            </a:pPr>
            <a:r>
              <a:rPr lang="en-US" sz="1600" i="1" dirty="0">
                <a:solidFill>
                  <a:srgbClr val="FFFFFF"/>
                </a:solidFill>
                <a:latin typeface="Poppins" pitchFamily="34" charset="0"/>
                <a:ea typeface="Poppins" pitchFamily="34" charset="-122"/>
                <a:cs typeface="Poppins" pitchFamily="34" charset="-120"/>
              </a:rPr>
              <a:t>Securing Trust Through Intelligent Insight.</a:t>
            </a:r>
            <a:endParaRPr lang="en-US" sz="1600" dirty="0"/>
          </a:p>
        </p:txBody>
      </p:sp>
      <p:sp>
        <p:nvSpPr>
          <p:cNvPr id="38" name="Text 34"/>
          <p:cNvSpPr/>
          <p:nvPr/>
        </p:nvSpPr>
        <p:spPr>
          <a:xfrm>
            <a:off x="566928" y="5623560"/>
            <a:ext cx="7772400" cy="731520"/>
          </a:xfrm>
          <a:prstGeom prst="rect">
            <a:avLst/>
          </a:prstGeom>
          <a:noFill/>
          <a:ln/>
        </p:spPr>
        <p:txBody>
          <a:bodyPr wrap="square" rtlCol="0" anchor="ctr"/>
          <a:lstStyle/>
          <a:p>
            <a:pPr marL="0" indent="0">
              <a:lnSpc>
                <a:spcPct val="130000"/>
              </a:lnSpc>
              <a:buNone/>
            </a:pPr>
            <a:r>
              <a:rPr lang="en-US" sz="1200" dirty="0">
                <a:solidFill>
                  <a:srgbClr val="8A94B0"/>
                </a:solidFill>
                <a:latin typeface="Poppins" pitchFamily="34" charset="0"/>
                <a:cs typeface="Poppins" pitchFamily="34" charset="-120"/>
              </a:rPr>
              <a:t>Team Name: Code N Capital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B132B"/>
        </a:solidFill>
        <a:effectLst/>
      </p:bgPr>
    </p:bg>
    <p:spTree>
      <p:nvGrpSpPr>
        <p:cNvPr id="1" name=""/>
        <p:cNvGrpSpPr/>
        <p:nvPr/>
      </p:nvGrpSpPr>
      <p:grpSpPr>
        <a:xfrm>
          <a:off x="0" y="0"/>
          <a:ext cx="0" cy="0"/>
          <a:chOff x="0" y="0"/>
          <a:chExt cx="0" cy="0"/>
        </a:xfrm>
      </p:grpSpPr>
      <p:sp>
        <p:nvSpPr>
          <p:cNvPr id="2" name="Shape 0"/>
          <p:cNvSpPr/>
          <p:nvPr/>
        </p:nvSpPr>
        <p:spPr>
          <a:xfrm>
            <a:off x="9692640" y="-2103120"/>
            <a:ext cx="5029200" cy="5029200"/>
          </a:xfrm>
          <a:prstGeom prst="ellipse">
            <a:avLst/>
          </a:prstGeom>
          <a:solidFill>
            <a:srgbClr val="00C2FF">
              <a:alpha val="8000"/>
            </a:srgbClr>
          </a:solidFill>
          <a:ln/>
        </p:spPr>
        <p:txBody>
          <a:bodyPr/>
          <a:lstStyle/>
          <a:p>
            <a:endParaRPr lang="en-IN"/>
          </a:p>
        </p:txBody>
      </p:sp>
      <p:sp>
        <p:nvSpPr>
          <p:cNvPr id="3" name="Shape 1"/>
          <p:cNvSpPr/>
          <p:nvPr/>
        </p:nvSpPr>
        <p:spPr>
          <a:xfrm>
            <a:off x="-2011680" y="4572000"/>
            <a:ext cx="4754880" cy="4754880"/>
          </a:xfrm>
          <a:prstGeom prst="ellipse">
            <a:avLst/>
          </a:prstGeom>
          <a:solidFill>
            <a:srgbClr val="00C2FF">
              <a:alpha val="6000"/>
            </a:srgbClr>
          </a:solidFill>
          <a:ln/>
        </p:spPr>
        <p:txBody>
          <a:bodyPr/>
          <a:lstStyle/>
          <a:p>
            <a:endParaRPr lang="en-IN"/>
          </a:p>
        </p:txBody>
      </p:sp>
      <p:sp>
        <p:nvSpPr>
          <p:cNvPr id="4" name="Shape 2"/>
          <p:cNvSpPr/>
          <p:nvPr/>
        </p:nvSpPr>
        <p:spPr>
          <a:xfrm>
            <a:off x="365760" y="256032"/>
            <a:ext cx="32004" cy="32004"/>
          </a:xfrm>
          <a:prstGeom prst="ellipse">
            <a:avLst/>
          </a:prstGeom>
          <a:solidFill>
            <a:srgbClr val="00C2FF">
              <a:alpha val="45000"/>
            </a:srgbClr>
          </a:solidFill>
          <a:ln/>
        </p:spPr>
        <p:txBody>
          <a:bodyPr/>
          <a:lstStyle/>
          <a:p>
            <a:endParaRPr lang="en-IN"/>
          </a:p>
        </p:txBody>
      </p:sp>
      <p:sp>
        <p:nvSpPr>
          <p:cNvPr id="5" name="Shape 3"/>
          <p:cNvSpPr/>
          <p:nvPr/>
        </p:nvSpPr>
        <p:spPr>
          <a:xfrm>
            <a:off x="1234440" y="256032"/>
            <a:ext cx="32004" cy="32004"/>
          </a:xfrm>
          <a:prstGeom prst="ellipse">
            <a:avLst/>
          </a:prstGeom>
          <a:solidFill>
            <a:srgbClr val="00C2FF">
              <a:alpha val="45000"/>
            </a:srgbClr>
          </a:solidFill>
          <a:ln/>
        </p:spPr>
        <p:txBody>
          <a:bodyPr/>
          <a:lstStyle/>
          <a:p>
            <a:endParaRPr lang="en-IN"/>
          </a:p>
        </p:txBody>
      </p:sp>
      <p:sp>
        <p:nvSpPr>
          <p:cNvPr id="6" name="Shape 4"/>
          <p:cNvSpPr/>
          <p:nvPr/>
        </p:nvSpPr>
        <p:spPr>
          <a:xfrm>
            <a:off x="2103120" y="256032"/>
            <a:ext cx="32004" cy="32004"/>
          </a:xfrm>
          <a:prstGeom prst="ellipse">
            <a:avLst/>
          </a:prstGeom>
          <a:solidFill>
            <a:srgbClr val="00C2FF">
              <a:alpha val="45000"/>
            </a:srgbClr>
          </a:solidFill>
          <a:ln/>
        </p:spPr>
        <p:txBody>
          <a:bodyPr/>
          <a:lstStyle/>
          <a:p>
            <a:endParaRPr lang="en-IN"/>
          </a:p>
        </p:txBody>
      </p:sp>
      <p:sp>
        <p:nvSpPr>
          <p:cNvPr id="7" name="Shape 5"/>
          <p:cNvSpPr/>
          <p:nvPr/>
        </p:nvSpPr>
        <p:spPr>
          <a:xfrm>
            <a:off x="2971800" y="256032"/>
            <a:ext cx="32004" cy="32004"/>
          </a:xfrm>
          <a:prstGeom prst="ellipse">
            <a:avLst/>
          </a:prstGeom>
          <a:solidFill>
            <a:srgbClr val="00C2FF">
              <a:alpha val="45000"/>
            </a:srgbClr>
          </a:solidFill>
          <a:ln/>
        </p:spPr>
        <p:txBody>
          <a:bodyPr/>
          <a:lstStyle/>
          <a:p>
            <a:endParaRPr lang="en-IN"/>
          </a:p>
        </p:txBody>
      </p:sp>
      <p:sp>
        <p:nvSpPr>
          <p:cNvPr id="8" name="Shape 6"/>
          <p:cNvSpPr/>
          <p:nvPr/>
        </p:nvSpPr>
        <p:spPr>
          <a:xfrm>
            <a:off x="3840480" y="256032"/>
            <a:ext cx="32004" cy="32004"/>
          </a:xfrm>
          <a:prstGeom prst="ellipse">
            <a:avLst/>
          </a:prstGeom>
          <a:solidFill>
            <a:srgbClr val="00C2FF">
              <a:alpha val="45000"/>
            </a:srgbClr>
          </a:solidFill>
          <a:ln/>
        </p:spPr>
        <p:txBody>
          <a:bodyPr/>
          <a:lstStyle/>
          <a:p>
            <a:endParaRPr lang="en-IN"/>
          </a:p>
        </p:txBody>
      </p:sp>
      <p:sp>
        <p:nvSpPr>
          <p:cNvPr id="9" name="Shape 7"/>
          <p:cNvSpPr/>
          <p:nvPr/>
        </p:nvSpPr>
        <p:spPr>
          <a:xfrm>
            <a:off x="4709160" y="256032"/>
            <a:ext cx="32004" cy="32004"/>
          </a:xfrm>
          <a:prstGeom prst="ellipse">
            <a:avLst/>
          </a:prstGeom>
          <a:solidFill>
            <a:srgbClr val="00C2FF">
              <a:alpha val="45000"/>
            </a:srgbClr>
          </a:solidFill>
          <a:ln/>
        </p:spPr>
        <p:txBody>
          <a:bodyPr/>
          <a:lstStyle/>
          <a:p>
            <a:endParaRPr lang="en-IN"/>
          </a:p>
        </p:txBody>
      </p:sp>
      <p:sp>
        <p:nvSpPr>
          <p:cNvPr id="10" name="Shape 8"/>
          <p:cNvSpPr/>
          <p:nvPr/>
        </p:nvSpPr>
        <p:spPr>
          <a:xfrm>
            <a:off x="5577840" y="256032"/>
            <a:ext cx="32004" cy="32004"/>
          </a:xfrm>
          <a:prstGeom prst="ellipse">
            <a:avLst/>
          </a:prstGeom>
          <a:solidFill>
            <a:srgbClr val="00C2FF">
              <a:alpha val="45000"/>
            </a:srgbClr>
          </a:solidFill>
          <a:ln/>
        </p:spPr>
        <p:txBody>
          <a:bodyPr/>
          <a:lstStyle/>
          <a:p>
            <a:endParaRPr lang="en-IN"/>
          </a:p>
        </p:txBody>
      </p:sp>
      <p:sp>
        <p:nvSpPr>
          <p:cNvPr id="11" name="Shape 9"/>
          <p:cNvSpPr/>
          <p:nvPr/>
        </p:nvSpPr>
        <p:spPr>
          <a:xfrm>
            <a:off x="6446520" y="256032"/>
            <a:ext cx="32004" cy="32004"/>
          </a:xfrm>
          <a:prstGeom prst="ellipse">
            <a:avLst/>
          </a:prstGeom>
          <a:solidFill>
            <a:srgbClr val="00C2FF">
              <a:alpha val="45000"/>
            </a:srgbClr>
          </a:solidFill>
          <a:ln/>
        </p:spPr>
        <p:txBody>
          <a:bodyPr/>
          <a:lstStyle/>
          <a:p>
            <a:endParaRPr lang="en-IN"/>
          </a:p>
        </p:txBody>
      </p:sp>
      <p:sp>
        <p:nvSpPr>
          <p:cNvPr id="12" name="Shape 10"/>
          <p:cNvSpPr/>
          <p:nvPr/>
        </p:nvSpPr>
        <p:spPr>
          <a:xfrm>
            <a:off x="7315200" y="256032"/>
            <a:ext cx="32004" cy="32004"/>
          </a:xfrm>
          <a:prstGeom prst="ellipse">
            <a:avLst/>
          </a:prstGeom>
          <a:solidFill>
            <a:srgbClr val="00C2FF">
              <a:alpha val="45000"/>
            </a:srgbClr>
          </a:solidFill>
          <a:ln/>
        </p:spPr>
        <p:txBody>
          <a:bodyPr/>
          <a:lstStyle/>
          <a:p>
            <a:endParaRPr lang="en-IN"/>
          </a:p>
        </p:txBody>
      </p:sp>
      <p:sp>
        <p:nvSpPr>
          <p:cNvPr id="13" name="Shape 11"/>
          <p:cNvSpPr/>
          <p:nvPr/>
        </p:nvSpPr>
        <p:spPr>
          <a:xfrm>
            <a:off x="8183880" y="256032"/>
            <a:ext cx="32004" cy="32004"/>
          </a:xfrm>
          <a:prstGeom prst="ellipse">
            <a:avLst/>
          </a:prstGeom>
          <a:solidFill>
            <a:srgbClr val="00C2FF">
              <a:alpha val="45000"/>
            </a:srgbClr>
          </a:solidFill>
          <a:ln/>
        </p:spPr>
        <p:txBody>
          <a:bodyPr/>
          <a:lstStyle/>
          <a:p>
            <a:endParaRPr lang="en-IN"/>
          </a:p>
        </p:txBody>
      </p:sp>
      <p:sp>
        <p:nvSpPr>
          <p:cNvPr id="14" name="Shape 12"/>
          <p:cNvSpPr/>
          <p:nvPr/>
        </p:nvSpPr>
        <p:spPr>
          <a:xfrm>
            <a:off x="9052560" y="256032"/>
            <a:ext cx="32004" cy="32004"/>
          </a:xfrm>
          <a:prstGeom prst="ellipse">
            <a:avLst/>
          </a:prstGeom>
          <a:solidFill>
            <a:srgbClr val="00C2FF">
              <a:alpha val="45000"/>
            </a:srgbClr>
          </a:solidFill>
          <a:ln/>
        </p:spPr>
        <p:txBody>
          <a:bodyPr/>
          <a:lstStyle/>
          <a:p>
            <a:endParaRPr lang="en-IN"/>
          </a:p>
        </p:txBody>
      </p:sp>
      <p:sp>
        <p:nvSpPr>
          <p:cNvPr id="15" name="Shape 13"/>
          <p:cNvSpPr/>
          <p:nvPr/>
        </p:nvSpPr>
        <p:spPr>
          <a:xfrm>
            <a:off x="9921240" y="256032"/>
            <a:ext cx="32004" cy="32004"/>
          </a:xfrm>
          <a:prstGeom prst="ellipse">
            <a:avLst/>
          </a:prstGeom>
          <a:solidFill>
            <a:srgbClr val="00C2FF">
              <a:alpha val="45000"/>
            </a:srgbClr>
          </a:solidFill>
          <a:ln/>
        </p:spPr>
        <p:txBody>
          <a:bodyPr/>
          <a:lstStyle/>
          <a:p>
            <a:endParaRPr lang="en-IN"/>
          </a:p>
        </p:txBody>
      </p:sp>
      <p:sp>
        <p:nvSpPr>
          <p:cNvPr id="16" name="Shape 14"/>
          <p:cNvSpPr/>
          <p:nvPr/>
        </p:nvSpPr>
        <p:spPr>
          <a:xfrm>
            <a:off x="10789920" y="256032"/>
            <a:ext cx="32004" cy="32004"/>
          </a:xfrm>
          <a:prstGeom prst="ellipse">
            <a:avLst/>
          </a:prstGeom>
          <a:solidFill>
            <a:srgbClr val="00C2FF">
              <a:alpha val="45000"/>
            </a:srgbClr>
          </a:solidFill>
          <a:ln/>
        </p:spPr>
        <p:txBody>
          <a:bodyPr/>
          <a:lstStyle/>
          <a:p>
            <a:endParaRPr lang="en-IN"/>
          </a:p>
        </p:txBody>
      </p:sp>
      <p:sp>
        <p:nvSpPr>
          <p:cNvPr id="17" name="Shape 15"/>
          <p:cNvSpPr/>
          <p:nvPr/>
        </p:nvSpPr>
        <p:spPr>
          <a:xfrm>
            <a:off x="11658600" y="256032"/>
            <a:ext cx="32004" cy="32004"/>
          </a:xfrm>
          <a:prstGeom prst="ellipse">
            <a:avLst/>
          </a:prstGeom>
          <a:solidFill>
            <a:srgbClr val="00C2FF">
              <a:alpha val="45000"/>
            </a:srgbClr>
          </a:solidFill>
          <a:ln/>
        </p:spPr>
        <p:txBody>
          <a:bodyPr/>
          <a:lstStyle/>
          <a:p>
            <a:endParaRPr lang="en-IN"/>
          </a:p>
        </p:txBody>
      </p:sp>
      <p:sp>
        <p:nvSpPr>
          <p:cNvPr id="18" name="Shape 16"/>
          <p:cNvSpPr/>
          <p:nvPr/>
        </p:nvSpPr>
        <p:spPr>
          <a:xfrm>
            <a:off x="365760" y="6601968"/>
            <a:ext cx="32004" cy="32004"/>
          </a:xfrm>
          <a:prstGeom prst="ellipse">
            <a:avLst/>
          </a:prstGeom>
          <a:solidFill>
            <a:srgbClr val="00C2FF">
              <a:alpha val="45000"/>
            </a:srgbClr>
          </a:solidFill>
          <a:ln/>
        </p:spPr>
        <p:txBody>
          <a:bodyPr/>
          <a:lstStyle/>
          <a:p>
            <a:endParaRPr lang="en-IN"/>
          </a:p>
        </p:txBody>
      </p:sp>
      <p:sp>
        <p:nvSpPr>
          <p:cNvPr id="19" name="Shape 17"/>
          <p:cNvSpPr/>
          <p:nvPr/>
        </p:nvSpPr>
        <p:spPr>
          <a:xfrm>
            <a:off x="1234440" y="6601968"/>
            <a:ext cx="32004" cy="32004"/>
          </a:xfrm>
          <a:prstGeom prst="ellipse">
            <a:avLst/>
          </a:prstGeom>
          <a:solidFill>
            <a:srgbClr val="00C2FF">
              <a:alpha val="45000"/>
            </a:srgbClr>
          </a:solidFill>
          <a:ln/>
        </p:spPr>
        <p:txBody>
          <a:bodyPr/>
          <a:lstStyle/>
          <a:p>
            <a:endParaRPr lang="en-IN"/>
          </a:p>
        </p:txBody>
      </p:sp>
      <p:sp>
        <p:nvSpPr>
          <p:cNvPr id="20" name="Shape 18"/>
          <p:cNvSpPr/>
          <p:nvPr/>
        </p:nvSpPr>
        <p:spPr>
          <a:xfrm>
            <a:off x="2103120" y="6601968"/>
            <a:ext cx="32004" cy="32004"/>
          </a:xfrm>
          <a:prstGeom prst="ellipse">
            <a:avLst/>
          </a:prstGeom>
          <a:solidFill>
            <a:srgbClr val="00C2FF">
              <a:alpha val="45000"/>
            </a:srgbClr>
          </a:solidFill>
          <a:ln/>
        </p:spPr>
        <p:txBody>
          <a:bodyPr/>
          <a:lstStyle/>
          <a:p>
            <a:endParaRPr lang="en-IN"/>
          </a:p>
        </p:txBody>
      </p:sp>
      <p:sp>
        <p:nvSpPr>
          <p:cNvPr id="21" name="Shape 19"/>
          <p:cNvSpPr/>
          <p:nvPr/>
        </p:nvSpPr>
        <p:spPr>
          <a:xfrm>
            <a:off x="2971800" y="6601968"/>
            <a:ext cx="32004" cy="32004"/>
          </a:xfrm>
          <a:prstGeom prst="ellipse">
            <a:avLst/>
          </a:prstGeom>
          <a:solidFill>
            <a:srgbClr val="00C2FF">
              <a:alpha val="45000"/>
            </a:srgbClr>
          </a:solidFill>
          <a:ln/>
        </p:spPr>
        <p:txBody>
          <a:bodyPr/>
          <a:lstStyle/>
          <a:p>
            <a:endParaRPr lang="en-IN"/>
          </a:p>
        </p:txBody>
      </p:sp>
      <p:sp>
        <p:nvSpPr>
          <p:cNvPr id="22" name="Shape 20"/>
          <p:cNvSpPr/>
          <p:nvPr/>
        </p:nvSpPr>
        <p:spPr>
          <a:xfrm>
            <a:off x="3840480" y="6601968"/>
            <a:ext cx="32004" cy="32004"/>
          </a:xfrm>
          <a:prstGeom prst="ellipse">
            <a:avLst/>
          </a:prstGeom>
          <a:solidFill>
            <a:srgbClr val="00C2FF">
              <a:alpha val="45000"/>
            </a:srgbClr>
          </a:solidFill>
          <a:ln/>
        </p:spPr>
        <p:txBody>
          <a:bodyPr/>
          <a:lstStyle/>
          <a:p>
            <a:endParaRPr lang="en-IN"/>
          </a:p>
        </p:txBody>
      </p:sp>
      <p:sp>
        <p:nvSpPr>
          <p:cNvPr id="23" name="Shape 21"/>
          <p:cNvSpPr/>
          <p:nvPr/>
        </p:nvSpPr>
        <p:spPr>
          <a:xfrm>
            <a:off x="4709160" y="6601968"/>
            <a:ext cx="32004" cy="32004"/>
          </a:xfrm>
          <a:prstGeom prst="ellipse">
            <a:avLst/>
          </a:prstGeom>
          <a:solidFill>
            <a:srgbClr val="00C2FF">
              <a:alpha val="45000"/>
            </a:srgbClr>
          </a:solidFill>
          <a:ln/>
        </p:spPr>
        <p:txBody>
          <a:bodyPr/>
          <a:lstStyle/>
          <a:p>
            <a:endParaRPr lang="en-IN"/>
          </a:p>
        </p:txBody>
      </p:sp>
      <p:sp>
        <p:nvSpPr>
          <p:cNvPr id="24" name="Shape 22"/>
          <p:cNvSpPr/>
          <p:nvPr/>
        </p:nvSpPr>
        <p:spPr>
          <a:xfrm>
            <a:off x="5577840" y="6601968"/>
            <a:ext cx="32004" cy="32004"/>
          </a:xfrm>
          <a:prstGeom prst="ellipse">
            <a:avLst/>
          </a:prstGeom>
          <a:solidFill>
            <a:srgbClr val="00C2FF">
              <a:alpha val="45000"/>
            </a:srgbClr>
          </a:solidFill>
          <a:ln/>
        </p:spPr>
        <p:txBody>
          <a:bodyPr/>
          <a:lstStyle/>
          <a:p>
            <a:endParaRPr lang="en-IN"/>
          </a:p>
        </p:txBody>
      </p:sp>
      <p:sp>
        <p:nvSpPr>
          <p:cNvPr id="25" name="Shape 23"/>
          <p:cNvSpPr/>
          <p:nvPr/>
        </p:nvSpPr>
        <p:spPr>
          <a:xfrm>
            <a:off x="6446520" y="6601968"/>
            <a:ext cx="32004" cy="32004"/>
          </a:xfrm>
          <a:prstGeom prst="ellipse">
            <a:avLst/>
          </a:prstGeom>
          <a:solidFill>
            <a:srgbClr val="00C2FF">
              <a:alpha val="45000"/>
            </a:srgbClr>
          </a:solidFill>
          <a:ln/>
        </p:spPr>
        <p:txBody>
          <a:bodyPr/>
          <a:lstStyle/>
          <a:p>
            <a:endParaRPr lang="en-IN"/>
          </a:p>
        </p:txBody>
      </p:sp>
      <p:sp>
        <p:nvSpPr>
          <p:cNvPr id="26" name="Shape 24"/>
          <p:cNvSpPr/>
          <p:nvPr/>
        </p:nvSpPr>
        <p:spPr>
          <a:xfrm>
            <a:off x="7315200" y="6601968"/>
            <a:ext cx="32004" cy="32004"/>
          </a:xfrm>
          <a:prstGeom prst="ellipse">
            <a:avLst/>
          </a:prstGeom>
          <a:solidFill>
            <a:srgbClr val="00C2FF">
              <a:alpha val="45000"/>
            </a:srgbClr>
          </a:solidFill>
          <a:ln/>
        </p:spPr>
        <p:txBody>
          <a:bodyPr/>
          <a:lstStyle/>
          <a:p>
            <a:endParaRPr lang="en-IN"/>
          </a:p>
        </p:txBody>
      </p:sp>
      <p:sp>
        <p:nvSpPr>
          <p:cNvPr id="27" name="Shape 25"/>
          <p:cNvSpPr/>
          <p:nvPr/>
        </p:nvSpPr>
        <p:spPr>
          <a:xfrm>
            <a:off x="8183880" y="6601968"/>
            <a:ext cx="32004" cy="32004"/>
          </a:xfrm>
          <a:prstGeom prst="ellipse">
            <a:avLst/>
          </a:prstGeom>
          <a:solidFill>
            <a:srgbClr val="00C2FF">
              <a:alpha val="45000"/>
            </a:srgbClr>
          </a:solidFill>
          <a:ln/>
        </p:spPr>
        <p:txBody>
          <a:bodyPr/>
          <a:lstStyle/>
          <a:p>
            <a:endParaRPr lang="en-IN"/>
          </a:p>
        </p:txBody>
      </p:sp>
      <p:sp>
        <p:nvSpPr>
          <p:cNvPr id="28" name="Shape 26"/>
          <p:cNvSpPr/>
          <p:nvPr/>
        </p:nvSpPr>
        <p:spPr>
          <a:xfrm>
            <a:off x="9052560" y="6601968"/>
            <a:ext cx="32004" cy="32004"/>
          </a:xfrm>
          <a:prstGeom prst="ellipse">
            <a:avLst/>
          </a:prstGeom>
          <a:solidFill>
            <a:srgbClr val="00C2FF">
              <a:alpha val="45000"/>
            </a:srgbClr>
          </a:solidFill>
          <a:ln/>
        </p:spPr>
        <p:txBody>
          <a:bodyPr/>
          <a:lstStyle/>
          <a:p>
            <a:endParaRPr lang="en-IN"/>
          </a:p>
        </p:txBody>
      </p:sp>
      <p:sp>
        <p:nvSpPr>
          <p:cNvPr id="29" name="Shape 27"/>
          <p:cNvSpPr/>
          <p:nvPr/>
        </p:nvSpPr>
        <p:spPr>
          <a:xfrm>
            <a:off x="9921240" y="6601968"/>
            <a:ext cx="32004" cy="32004"/>
          </a:xfrm>
          <a:prstGeom prst="ellipse">
            <a:avLst/>
          </a:prstGeom>
          <a:solidFill>
            <a:srgbClr val="00C2FF">
              <a:alpha val="45000"/>
            </a:srgbClr>
          </a:solidFill>
          <a:ln/>
        </p:spPr>
        <p:txBody>
          <a:bodyPr/>
          <a:lstStyle/>
          <a:p>
            <a:endParaRPr lang="en-IN"/>
          </a:p>
        </p:txBody>
      </p:sp>
      <p:sp>
        <p:nvSpPr>
          <p:cNvPr id="30" name="Shape 28"/>
          <p:cNvSpPr/>
          <p:nvPr/>
        </p:nvSpPr>
        <p:spPr>
          <a:xfrm>
            <a:off x="10789920" y="6601968"/>
            <a:ext cx="32004" cy="32004"/>
          </a:xfrm>
          <a:prstGeom prst="ellipse">
            <a:avLst/>
          </a:prstGeom>
          <a:solidFill>
            <a:srgbClr val="00C2FF">
              <a:alpha val="45000"/>
            </a:srgbClr>
          </a:solidFill>
          <a:ln/>
        </p:spPr>
        <p:txBody>
          <a:bodyPr/>
          <a:lstStyle/>
          <a:p>
            <a:endParaRPr lang="en-IN"/>
          </a:p>
        </p:txBody>
      </p:sp>
      <p:sp>
        <p:nvSpPr>
          <p:cNvPr id="31" name="Shape 29"/>
          <p:cNvSpPr/>
          <p:nvPr/>
        </p:nvSpPr>
        <p:spPr>
          <a:xfrm>
            <a:off x="11658600" y="6601968"/>
            <a:ext cx="32004" cy="32004"/>
          </a:xfrm>
          <a:prstGeom prst="ellipse">
            <a:avLst/>
          </a:prstGeom>
          <a:solidFill>
            <a:srgbClr val="00C2FF">
              <a:alpha val="45000"/>
            </a:srgbClr>
          </a:solidFill>
          <a:ln/>
        </p:spPr>
        <p:txBody>
          <a:bodyPr/>
          <a:lstStyle/>
          <a:p>
            <a:endParaRPr lang="en-IN"/>
          </a:p>
        </p:txBody>
      </p:sp>
      <p:sp>
        <p:nvSpPr>
          <p:cNvPr id="32" name="Text 30"/>
          <p:cNvSpPr/>
          <p:nvPr/>
        </p:nvSpPr>
        <p:spPr>
          <a:xfrm>
            <a:off x="548640" y="384048"/>
            <a:ext cx="7315200" cy="274320"/>
          </a:xfrm>
          <a:prstGeom prst="rect">
            <a:avLst/>
          </a:prstGeom>
          <a:noFill/>
          <a:ln/>
        </p:spPr>
        <p:txBody>
          <a:bodyPr wrap="square" rtlCol="0" anchor="ctr"/>
          <a:lstStyle/>
          <a:p>
            <a:pPr marL="0" indent="0">
              <a:buNone/>
            </a:pPr>
            <a:endParaRPr lang="en-US" sz="1100" dirty="0"/>
          </a:p>
        </p:txBody>
      </p:sp>
      <p:sp>
        <p:nvSpPr>
          <p:cNvPr id="33" name="Text 3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FFFFFF"/>
                </a:solidFill>
                <a:latin typeface="Montserrat" pitchFamily="34" charset="0"/>
                <a:ea typeface="Montserrat" pitchFamily="34" charset="-122"/>
                <a:cs typeface="Montserrat" pitchFamily="34" charset="-120"/>
              </a:rPr>
              <a:t>Current Security Landscape</a:t>
            </a:r>
            <a:endParaRPr lang="en-US" sz="3000" dirty="0"/>
          </a:p>
        </p:txBody>
      </p:sp>
      <p:sp>
        <p:nvSpPr>
          <p:cNvPr id="34" name="Shape 32"/>
          <p:cNvSpPr/>
          <p:nvPr/>
        </p:nvSpPr>
        <p:spPr>
          <a:xfrm>
            <a:off x="628193" y="1581912"/>
            <a:ext cx="3383280" cy="1737360"/>
          </a:xfrm>
          <a:prstGeom prst="roundRect">
            <a:avLst>
              <a:gd name="adj" fmla="val 4737"/>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dirty="0"/>
          </a:p>
        </p:txBody>
      </p:sp>
      <p:pic>
        <p:nvPicPr>
          <p:cNvPr id="35" name="Image 0" descr="/home/claude/insight_deck/icons/key_cyan.png"/>
          <p:cNvPicPr>
            <a:picLocks noChangeAspect="1"/>
          </p:cNvPicPr>
          <p:nvPr/>
        </p:nvPicPr>
        <p:blipFill>
          <a:blip r:embed="rId3"/>
          <a:stretch>
            <a:fillRect/>
          </a:stretch>
        </p:blipFill>
        <p:spPr>
          <a:xfrm>
            <a:off x="2138782" y="1776222"/>
            <a:ext cx="507492" cy="507492"/>
          </a:xfrm>
          <a:prstGeom prst="rect">
            <a:avLst/>
          </a:prstGeom>
        </p:spPr>
      </p:pic>
      <p:sp>
        <p:nvSpPr>
          <p:cNvPr id="36" name="Text 33"/>
          <p:cNvSpPr/>
          <p:nvPr/>
        </p:nvSpPr>
        <p:spPr>
          <a:xfrm>
            <a:off x="628193" y="2386584"/>
            <a:ext cx="3383280" cy="365760"/>
          </a:xfrm>
          <a:prstGeom prst="rect">
            <a:avLst/>
          </a:prstGeom>
          <a:noFill/>
          <a:ln/>
        </p:spPr>
        <p:txBody>
          <a:bodyPr wrap="square"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PAM</a:t>
            </a:r>
            <a:endParaRPr lang="en-US" sz="1500" dirty="0"/>
          </a:p>
        </p:txBody>
      </p:sp>
      <p:sp>
        <p:nvSpPr>
          <p:cNvPr id="37" name="Shape 34"/>
          <p:cNvSpPr/>
          <p:nvPr/>
        </p:nvSpPr>
        <p:spPr>
          <a:xfrm>
            <a:off x="4404208" y="1600200"/>
            <a:ext cx="3383280" cy="1737360"/>
          </a:xfrm>
          <a:prstGeom prst="roundRect">
            <a:avLst>
              <a:gd name="adj" fmla="val 4737"/>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pic>
        <p:nvPicPr>
          <p:cNvPr id="38" name="Image 1" descr="/home/claude/insight_deck/icons/activity_cyan.png"/>
          <p:cNvPicPr>
            <a:picLocks noChangeAspect="1"/>
          </p:cNvPicPr>
          <p:nvPr/>
        </p:nvPicPr>
        <p:blipFill>
          <a:blip r:embed="rId4"/>
          <a:stretch>
            <a:fillRect/>
          </a:stretch>
        </p:blipFill>
        <p:spPr>
          <a:xfrm>
            <a:off x="5826329" y="1792224"/>
            <a:ext cx="507492" cy="507492"/>
          </a:xfrm>
          <a:prstGeom prst="rect">
            <a:avLst/>
          </a:prstGeom>
        </p:spPr>
      </p:pic>
      <p:sp>
        <p:nvSpPr>
          <p:cNvPr id="39" name="Text 35"/>
          <p:cNvSpPr/>
          <p:nvPr/>
        </p:nvSpPr>
        <p:spPr>
          <a:xfrm>
            <a:off x="4343400" y="2376678"/>
            <a:ext cx="3383280" cy="365760"/>
          </a:xfrm>
          <a:prstGeom prst="rect">
            <a:avLst/>
          </a:prstGeom>
          <a:noFill/>
          <a:ln/>
        </p:spPr>
        <p:txBody>
          <a:bodyPr wrap="square"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SIEM</a:t>
            </a:r>
            <a:endParaRPr lang="en-US" sz="1500" dirty="0"/>
          </a:p>
        </p:txBody>
      </p:sp>
      <p:sp>
        <p:nvSpPr>
          <p:cNvPr id="40" name="Shape 36"/>
          <p:cNvSpPr/>
          <p:nvPr/>
        </p:nvSpPr>
        <p:spPr>
          <a:xfrm>
            <a:off x="8107528" y="1600200"/>
            <a:ext cx="3383280" cy="1737360"/>
          </a:xfrm>
          <a:prstGeom prst="roundRect">
            <a:avLst>
              <a:gd name="adj" fmla="val 4737"/>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pic>
        <p:nvPicPr>
          <p:cNvPr id="41" name="Image 2" descr="/home/claude/insight_deck/icons/lock_cyan.png"/>
          <p:cNvPicPr>
            <a:picLocks noChangeAspect="1"/>
          </p:cNvPicPr>
          <p:nvPr/>
        </p:nvPicPr>
        <p:blipFill>
          <a:blip r:embed="rId5"/>
          <a:stretch>
            <a:fillRect/>
          </a:stretch>
        </p:blipFill>
        <p:spPr>
          <a:xfrm>
            <a:off x="9557081" y="1770888"/>
            <a:ext cx="507492" cy="507492"/>
          </a:xfrm>
          <a:prstGeom prst="rect">
            <a:avLst/>
          </a:prstGeom>
        </p:spPr>
      </p:pic>
      <p:sp>
        <p:nvSpPr>
          <p:cNvPr id="42" name="Text 37"/>
          <p:cNvSpPr/>
          <p:nvPr/>
        </p:nvSpPr>
        <p:spPr>
          <a:xfrm>
            <a:off x="8138160" y="2386584"/>
            <a:ext cx="3383280" cy="365760"/>
          </a:xfrm>
          <a:prstGeom prst="rect">
            <a:avLst/>
          </a:prstGeom>
          <a:noFill/>
          <a:ln/>
        </p:spPr>
        <p:txBody>
          <a:bodyPr wrap="square"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MFA</a:t>
            </a:r>
            <a:endParaRPr lang="en-US" sz="1500" dirty="0"/>
          </a:p>
        </p:txBody>
      </p:sp>
      <p:sp>
        <p:nvSpPr>
          <p:cNvPr id="43" name="Shape 38"/>
          <p:cNvSpPr/>
          <p:nvPr/>
        </p:nvSpPr>
        <p:spPr>
          <a:xfrm>
            <a:off x="700888" y="3657600"/>
            <a:ext cx="3383280" cy="1737360"/>
          </a:xfrm>
          <a:prstGeom prst="roundRect">
            <a:avLst>
              <a:gd name="adj" fmla="val 4737"/>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pic>
        <p:nvPicPr>
          <p:cNvPr id="44" name="Image 3" descr="/home/claude/insight_deck/icons/server_cyan.png"/>
          <p:cNvPicPr>
            <a:picLocks noChangeAspect="1"/>
          </p:cNvPicPr>
          <p:nvPr/>
        </p:nvPicPr>
        <p:blipFill>
          <a:blip r:embed="rId6"/>
          <a:stretch>
            <a:fillRect/>
          </a:stretch>
        </p:blipFill>
        <p:spPr>
          <a:xfrm>
            <a:off x="2119122" y="3870198"/>
            <a:ext cx="507492" cy="507492"/>
          </a:xfrm>
          <a:prstGeom prst="rect">
            <a:avLst/>
          </a:prstGeom>
        </p:spPr>
      </p:pic>
      <p:sp>
        <p:nvSpPr>
          <p:cNvPr id="45" name="Text 39"/>
          <p:cNvSpPr/>
          <p:nvPr/>
        </p:nvSpPr>
        <p:spPr>
          <a:xfrm>
            <a:off x="681228" y="4507992"/>
            <a:ext cx="3383280" cy="365760"/>
          </a:xfrm>
          <a:prstGeom prst="rect">
            <a:avLst/>
          </a:prstGeom>
          <a:noFill/>
          <a:ln/>
        </p:spPr>
        <p:txBody>
          <a:bodyPr wrap="square"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Firewalls</a:t>
            </a:r>
            <a:endParaRPr lang="en-US" sz="1500" dirty="0"/>
          </a:p>
        </p:txBody>
      </p:sp>
      <p:sp>
        <p:nvSpPr>
          <p:cNvPr id="46" name="Shape 40"/>
          <p:cNvSpPr/>
          <p:nvPr/>
        </p:nvSpPr>
        <p:spPr>
          <a:xfrm>
            <a:off x="4404208" y="3657600"/>
            <a:ext cx="3383280" cy="1737360"/>
          </a:xfrm>
          <a:prstGeom prst="roundRect">
            <a:avLst>
              <a:gd name="adj" fmla="val 4737"/>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pic>
        <p:nvPicPr>
          <p:cNvPr id="47" name="Image 4" descr="/home/claude/insight_deck/icons/cpu_cyan.png"/>
          <p:cNvPicPr>
            <a:picLocks noChangeAspect="1"/>
          </p:cNvPicPr>
          <p:nvPr/>
        </p:nvPicPr>
        <p:blipFill>
          <a:blip r:embed="rId7"/>
          <a:stretch>
            <a:fillRect/>
          </a:stretch>
        </p:blipFill>
        <p:spPr>
          <a:xfrm>
            <a:off x="5854752" y="3870198"/>
            <a:ext cx="507492" cy="507492"/>
          </a:xfrm>
          <a:prstGeom prst="rect">
            <a:avLst/>
          </a:prstGeom>
        </p:spPr>
      </p:pic>
      <p:sp>
        <p:nvSpPr>
          <p:cNvPr id="48" name="Text 41"/>
          <p:cNvSpPr/>
          <p:nvPr/>
        </p:nvSpPr>
        <p:spPr>
          <a:xfrm>
            <a:off x="4388435" y="4507992"/>
            <a:ext cx="3383280" cy="365760"/>
          </a:xfrm>
          <a:prstGeom prst="rect">
            <a:avLst/>
          </a:prstGeom>
          <a:noFill/>
          <a:ln/>
        </p:spPr>
        <p:txBody>
          <a:bodyPr wrap="square"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EDR</a:t>
            </a:r>
            <a:endParaRPr lang="en-US" sz="1500" dirty="0"/>
          </a:p>
        </p:txBody>
      </p:sp>
      <p:sp>
        <p:nvSpPr>
          <p:cNvPr id="49" name="Shape 42"/>
          <p:cNvSpPr/>
          <p:nvPr/>
        </p:nvSpPr>
        <p:spPr>
          <a:xfrm>
            <a:off x="8107528" y="3657600"/>
            <a:ext cx="3383280" cy="1737360"/>
          </a:xfrm>
          <a:prstGeom prst="roundRect">
            <a:avLst>
              <a:gd name="adj" fmla="val 4737"/>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pic>
        <p:nvPicPr>
          <p:cNvPr id="50" name="Image 5" descr="/home/claude/insight_deck/icons/fileminus_cyan.png"/>
          <p:cNvPicPr>
            <a:picLocks noChangeAspect="1"/>
          </p:cNvPicPr>
          <p:nvPr/>
        </p:nvPicPr>
        <p:blipFill>
          <a:blip r:embed="rId8"/>
          <a:stretch>
            <a:fillRect/>
          </a:stretch>
        </p:blipFill>
        <p:spPr>
          <a:xfrm>
            <a:off x="9545422" y="3858768"/>
            <a:ext cx="507492" cy="507492"/>
          </a:xfrm>
          <a:prstGeom prst="rect">
            <a:avLst/>
          </a:prstGeom>
        </p:spPr>
      </p:pic>
      <p:sp>
        <p:nvSpPr>
          <p:cNvPr id="51" name="Text 43"/>
          <p:cNvSpPr/>
          <p:nvPr/>
        </p:nvSpPr>
        <p:spPr>
          <a:xfrm>
            <a:off x="8091755" y="4526280"/>
            <a:ext cx="3383280" cy="365760"/>
          </a:xfrm>
          <a:prstGeom prst="rect">
            <a:avLst/>
          </a:prstGeom>
          <a:noFill/>
          <a:ln/>
        </p:spPr>
        <p:txBody>
          <a:bodyPr wrap="square" rtlCol="0" anchor="ctr"/>
          <a:lstStyle/>
          <a:p>
            <a:pPr marL="0" indent="0" algn="ctr">
              <a:buNone/>
            </a:pPr>
            <a:r>
              <a:rPr lang="en-US" sz="1500" b="1" dirty="0">
                <a:solidFill>
                  <a:srgbClr val="FFFFFF"/>
                </a:solidFill>
                <a:latin typeface="Montserrat" pitchFamily="34" charset="0"/>
                <a:ea typeface="Montserrat" pitchFamily="34" charset="-122"/>
                <a:cs typeface="Montserrat" pitchFamily="34" charset="-120"/>
              </a:rPr>
              <a:t>DLP</a:t>
            </a:r>
            <a:endParaRPr lang="en-US" sz="1500" dirty="0"/>
          </a:p>
        </p:txBody>
      </p:sp>
      <p:sp>
        <p:nvSpPr>
          <p:cNvPr id="52" name="Text 44"/>
          <p:cNvSpPr/>
          <p:nvPr/>
        </p:nvSpPr>
        <p:spPr>
          <a:xfrm>
            <a:off x="914400" y="5623560"/>
            <a:ext cx="10332720" cy="548640"/>
          </a:xfrm>
          <a:prstGeom prst="rect">
            <a:avLst/>
          </a:prstGeom>
          <a:noFill/>
          <a:ln/>
        </p:spPr>
        <p:txBody>
          <a:bodyPr wrap="square" rtlCol="0" anchor="ctr"/>
          <a:lstStyle/>
          <a:p>
            <a:pPr marL="0" indent="0" algn="ctr">
              <a:buNone/>
            </a:pPr>
            <a:endParaRPr lang="en-US" sz="1500" dirty="0"/>
          </a:p>
        </p:txBody>
      </p:sp>
      <p:sp>
        <p:nvSpPr>
          <p:cNvPr id="53" name="Text 45"/>
          <p:cNvSpPr/>
          <p:nvPr/>
        </p:nvSpPr>
        <p:spPr>
          <a:xfrm>
            <a:off x="548640" y="6528816"/>
            <a:ext cx="5486400" cy="256032"/>
          </a:xfrm>
          <a:prstGeom prst="rect">
            <a:avLst/>
          </a:prstGeom>
          <a:noFill/>
          <a:ln/>
        </p:spPr>
        <p:txBody>
          <a:bodyPr wrap="square" rtlCol="0" anchor="ctr"/>
          <a:lstStyle/>
          <a:p>
            <a:pPr marL="0" indent="0">
              <a:buNone/>
            </a:pPr>
            <a:r>
              <a:rPr lang="en-US" sz="850" kern="0" spc="120" dirty="0">
                <a:solidFill>
                  <a:srgbClr val="8A94B0"/>
                </a:solidFill>
                <a:latin typeface="Poppins" pitchFamily="34" charset="0"/>
                <a:ea typeface="Poppins" pitchFamily="34" charset="-122"/>
                <a:cs typeface="Poppins" pitchFamily="34" charset="-120"/>
              </a:rPr>
              <a:t>FINSPARK'26  ·  BANK OF MAHARASHTRA</a:t>
            </a:r>
            <a:endParaRPr lang="en-US" sz="850" dirty="0"/>
          </a:p>
        </p:txBody>
      </p:sp>
      <p:sp>
        <p:nvSpPr>
          <p:cNvPr id="54" name="Text 46"/>
          <p:cNvSpPr/>
          <p:nvPr/>
        </p:nvSpPr>
        <p:spPr>
          <a:xfrm>
            <a:off x="11348085" y="6528816"/>
            <a:ext cx="365760" cy="256032"/>
          </a:xfrm>
          <a:prstGeom prst="rect">
            <a:avLst/>
          </a:prstGeom>
          <a:noFill/>
          <a:ln/>
        </p:spPr>
        <p:txBody>
          <a:bodyPr wrap="square" rtlCol="0" anchor="ctr"/>
          <a:lstStyle/>
          <a:p>
            <a:pPr marL="0" indent="0" algn="r">
              <a:buNone/>
            </a:pPr>
            <a:r>
              <a:rPr lang="en-US" sz="900" dirty="0">
                <a:solidFill>
                  <a:srgbClr val="8A94B0"/>
                </a:solidFill>
                <a:latin typeface="IBM Plex Sans" pitchFamily="34" charset="0"/>
                <a:ea typeface="IBM Plex Sans" pitchFamily="34" charset="-122"/>
                <a:cs typeface="IBM Plex Sans" pitchFamily="34" charset="-120"/>
              </a:rPr>
              <a:t>02</a:t>
            </a:r>
            <a:endParaRPr lang="en-US" sz="900" dirty="0"/>
          </a:p>
        </p:txBody>
      </p:sp>
      <p:sp>
        <p:nvSpPr>
          <p:cNvPr id="56" name="Text 33">
            <a:extLst>
              <a:ext uri="{FF2B5EF4-FFF2-40B4-BE49-F238E27FC236}">
                <a16:creationId xmlns:a16="http://schemas.microsoft.com/office/drawing/2014/main" id="{EE646866-96B9-9215-1585-2A27CADAAFBA}"/>
              </a:ext>
            </a:extLst>
          </p:cNvPr>
          <p:cNvSpPr/>
          <p:nvPr/>
        </p:nvSpPr>
        <p:spPr>
          <a:xfrm>
            <a:off x="657835" y="2706624"/>
            <a:ext cx="3383280" cy="365760"/>
          </a:xfrm>
          <a:prstGeom prst="rect">
            <a:avLst/>
          </a:prstGeom>
          <a:noFill/>
          <a:ln/>
        </p:spPr>
        <p:txBody>
          <a:bodyPr wrap="square" rtlCol="0" anchor="ctr"/>
          <a:lstStyle/>
          <a:p>
            <a:pPr marL="0" indent="0" algn="ctr">
              <a:buNone/>
            </a:pPr>
            <a:endParaRPr lang="en-US" sz="1500" dirty="0"/>
          </a:p>
        </p:txBody>
      </p:sp>
      <p:sp>
        <p:nvSpPr>
          <p:cNvPr id="58" name="Text 33">
            <a:extLst>
              <a:ext uri="{FF2B5EF4-FFF2-40B4-BE49-F238E27FC236}">
                <a16:creationId xmlns:a16="http://schemas.microsoft.com/office/drawing/2014/main" id="{6EAD4EEB-2E2F-C475-C86E-32B29F4631E5}"/>
              </a:ext>
            </a:extLst>
          </p:cNvPr>
          <p:cNvSpPr/>
          <p:nvPr/>
        </p:nvSpPr>
        <p:spPr>
          <a:xfrm>
            <a:off x="628193" y="2672715"/>
            <a:ext cx="3383280" cy="365760"/>
          </a:xfrm>
          <a:prstGeom prst="rect">
            <a:avLst/>
          </a:prstGeom>
          <a:noFill/>
          <a:ln/>
        </p:spPr>
        <p:txBody>
          <a:bodyPr wrap="square" rtlCol="0" anchor="ctr"/>
          <a:lstStyle/>
          <a:p>
            <a:pPr marL="0" indent="0" algn="ctr">
              <a:buNone/>
            </a:pPr>
            <a:r>
              <a:rPr lang="en-US" sz="1200" dirty="0">
                <a:solidFill>
                  <a:srgbClr val="FFFFFF"/>
                </a:solidFill>
                <a:latin typeface="Montserrat" pitchFamily="34" charset="0"/>
                <a:ea typeface="Montserrat" pitchFamily="34" charset="-122"/>
                <a:cs typeface="Montserrat" pitchFamily="34" charset="-120"/>
              </a:rPr>
              <a:t>Privileged Access Misuse</a:t>
            </a:r>
            <a:endParaRPr lang="en-US" sz="1200" dirty="0"/>
          </a:p>
        </p:txBody>
      </p:sp>
      <p:sp>
        <p:nvSpPr>
          <p:cNvPr id="64" name="Text 33">
            <a:extLst>
              <a:ext uri="{FF2B5EF4-FFF2-40B4-BE49-F238E27FC236}">
                <a16:creationId xmlns:a16="http://schemas.microsoft.com/office/drawing/2014/main" id="{DB484C1B-D92A-5327-8A33-AE1FA4C40AAF}"/>
              </a:ext>
            </a:extLst>
          </p:cNvPr>
          <p:cNvSpPr/>
          <p:nvPr/>
        </p:nvSpPr>
        <p:spPr>
          <a:xfrm>
            <a:off x="4343400" y="2711577"/>
            <a:ext cx="3383280" cy="365760"/>
          </a:xfrm>
          <a:prstGeom prst="rect">
            <a:avLst/>
          </a:prstGeom>
          <a:noFill/>
          <a:ln/>
        </p:spPr>
        <p:txBody>
          <a:bodyPr wrap="square" rtlCol="0" anchor="ctr"/>
          <a:lstStyle/>
          <a:p>
            <a:pPr marL="0" indent="0" algn="ctr">
              <a:buNone/>
            </a:pPr>
            <a:r>
              <a:rPr lang="en-US" sz="1200" dirty="0">
                <a:solidFill>
                  <a:srgbClr val="FFFFFF"/>
                </a:solidFill>
                <a:latin typeface="Montserrat" pitchFamily="34" charset="0"/>
              </a:rPr>
              <a:t>Security Information and Event Management </a:t>
            </a:r>
            <a:endParaRPr lang="en-US" sz="1200" dirty="0"/>
          </a:p>
        </p:txBody>
      </p:sp>
      <p:sp>
        <p:nvSpPr>
          <p:cNvPr id="66" name="Text 33">
            <a:extLst>
              <a:ext uri="{FF2B5EF4-FFF2-40B4-BE49-F238E27FC236}">
                <a16:creationId xmlns:a16="http://schemas.microsoft.com/office/drawing/2014/main" id="{03F78AE8-465E-6627-F393-D8DE968E4B6E}"/>
              </a:ext>
            </a:extLst>
          </p:cNvPr>
          <p:cNvSpPr/>
          <p:nvPr/>
        </p:nvSpPr>
        <p:spPr>
          <a:xfrm>
            <a:off x="8060055" y="2738628"/>
            <a:ext cx="3383280" cy="365760"/>
          </a:xfrm>
          <a:prstGeom prst="rect">
            <a:avLst/>
          </a:prstGeom>
          <a:noFill/>
          <a:ln/>
        </p:spPr>
        <p:txBody>
          <a:bodyPr wrap="square" rtlCol="0" anchor="ctr"/>
          <a:lstStyle/>
          <a:p>
            <a:pPr marL="0" indent="0" algn="ctr">
              <a:buNone/>
            </a:pPr>
            <a:r>
              <a:rPr lang="en-US" sz="1200" dirty="0">
                <a:solidFill>
                  <a:srgbClr val="FFFFFF"/>
                </a:solidFill>
                <a:latin typeface="Montserrat" pitchFamily="34" charset="0"/>
              </a:rPr>
              <a:t>Multi Factor </a:t>
            </a:r>
            <a:r>
              <a:rPr lang="en-US" sz="1200" dirty="0" err="1">
                <a:solidFill>
                  <a:srgbClr val="FFFFFF"/>
                </a:solidFill>
                <a:latin typeface="Montserrat" pitchFamily="34" charset="0"/>
              </a:rPr>
              <a:t>Authentification</a:t>
            </a:r>
            <a:endParaRPr lang="en-US" sz="1200" dirty="0"/>
          </a:p>
        </p:txBody>
      </p:sp>
      <p:sp>
        <p:nvSpPr>
          <p:cNvPr id="68" name="Text 33">
            <a:extLst>
              <a:ext uri="{FF2B5EF4-FFF2-40B4-BE49-F238E27FC236}">
                <a16:creationId xmlns:a16="http://schemas.microsoft.com/office/drawing/2014/main" id="{5517F7A1-768A-99BE-EA00-A2F2EE523A60}"/>
              </a:ext>
            </a:extLst>
          </p:cNvPr>
          <p:cNvSpPr/>
          <p:nvPr/>
        </p:nvSpPr>
        <p:spPr>
          <a:xfrm>
            <a:off x="4396322" y="4776597"/>
            <a:ext cx="3383280" cy="365760"/>
          </a:xfrm>
          <a:prstGeom prst="rect">
            <a:avLst/>
          </a:prstGeom>
          <a:noFill/>
          <a:ln/>
        </p:spPr>
        <p:txBody>
          <a:bodyPr wrap="square" rtlCol="0" anchor="ctr"/>
          <a:lstStyle/>
          <a:p>
            <a:pPr marL="0" indent="0" algn="ctr">
              <a:buNone/>
            </a:pPr>
            <a:r>
              <a:rPr lang="en-US" sz="1200" dirty="0">
                <a:solidFill>
                  <a:srgbClr val="FFFFFF"/>
                </a:solidFill>
                <a:latin typeface="Montserrat" pitchFamily="34" charset="0"/>
              </a:rPr>
              <a:t>Endpoint Detection and Response</a:t>
            </a:r>
            <a:endParaRPr lang="en-US" sz="1200" dirty="0"/>
          </a:p>
        </p:txBody>
      </p:sp>
      <p:sp>
        <p:nvSpPr>
          <p:cNvPr id="70" name="Text 33">
            <a:extLst>
              <a:ext uri="{FF2B5EF4-FFF2-40B4-BE49-F238E27FC236}">
                <a16:creationId xmlns:a16="http://schemas.microsoft.com/office/drawing/2014/main" id="{E6ACF749-EA8C-7A77-C251-4A203B8D1EC6}"/>
              </a:ext>
            </a:extLst>
          </p:cNvPr>
          <p:cNvSpPr/>
          <p:nvPr/>
        </p:nvSpPr>
        <p:spPr>
          <a:xfrm>
            <a:off x="8099642" y="4823841"/>
            <a:ext cx="3383280" cy="365760"/>
          </a:xfrm>
          <a:prstGeom prst="rect">
            <a:avLst/>
          </a:prstGeom>
          <a:noFill/>
          <a:ln/>
        </p:spPr>
        <p:txBody>
          <a:bodyPr wrap="square" rtlCol="0" anchor="ctr"/>
          <a:lstStyle/>
          <a:p>
            <a:pPr marL="0" indent="0" algn="ctr">
              <a:buNone/>
            </a:pPr>
            <a:r>
              <a:rPr lang="en-US" sz="1200" dirty="0">
                <a:solidFill>
                  <a:srgbClr val="FFFFFF"/>
                </a:solidFill>
                <a:latin typeface="Montserrat" pitchFamily="34" charset="0"/>
              </a:rPr>
              <a:t>Data Loss Prevention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a:extLst>
            <a:ext uri="{FF2B5EF4-FFF2-40B4-BE49-F238E27FC236}">
              <a16:creationId xmlns:a16="http://schemas.microsoft.com/office/drawing/2014/main" id="{69D37437-9121-E96E-EE20-2AC1A9BDD4D0}"/>
            </a:ext>
          </a:extLst>
        </p:cNvPr>
        <p:cNvGrpSpPr/>
        <p:nvPr/>
      </p:nvGrpSpPr>
      <p:grpSpPr>
        <a:xfrm>
          <a:off x="0" y="0"/>
          <a:ext cx="0" cy="0"/>
          <a:chOff x="0" y="0"/>
          <a:chExt cx="0" cy="0"/>
        </a:xfrm>
      </p:grpSpPr>
      <p:sp>
        <p:nvSpPr>
          <p:cNvPr id="69" name="Shape 43">
            <a:extLst>
              <a:ext uri="{FF2B5EF4-FFF2-40B4-BE49-F238E27FC236}">
                <a16:creationId xmlns:a16="http://schemas.microsoft.com/office/drawing/2014/main" id="{A1CAFB36-4260-1737-3A51-70DA0266FF99}"/>
              </a:ext>
            </a:extLst>
          </p:cNvPr>
          <p:cNvSpPr/>
          <p:nvPr/>
        </p:nvSpPr>
        <p:spPr>
          <a:xfrm>
            <a:off x="374904" y="1677924"/>
            <a:ext cx="4805172" cy="4170426"/>
          </a:xfrm>
          <a:prstGeom prst="roundRect">
            <a:avLst>
              <a:gd name="adj" fmla="val 6000"/>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sp>
        <p:nvSpPr>
          <p:cNvPr id="2" name="Shape 0">
            <a:extLst>
              <a:ext uri="{FF2B5EF4-FFF2-40B4-BE49-F238E27FC236}">
                <a16:creationId xmlns:a16="http://schemas.microsoft.com/office/drawing/2014/main" id="{9916F4AA-1E55-C905-405A-BEB553C798BC}"/>
              </a:ext>
            </a:extLst>
          </p:cNvPr>
          <p:cNvSpPr/>
          <p:nvPr/>
        </p:nvSpPr>
        <p:spPr>
          <a:xfrm>
            <a:off x="9692640" y="-2103120"/>
            <a:ext cx="5029200" cy="5029200"/>
          </a:xfrm>
          <a:prstGeom prst="ellipse">
            <a:avLst/>
          </a:prstGeom>
          <a:solidFill>
            <a:srgbClr val="00C2FF">
              <a:alpha val="8000"/>
            </a:srgbClr>
          </a:solidFill>
          <a:ln/>
        </p:spPr>
        <p:txBody>
          <a:bodyPr/>
          <a:lstStyle/>
          <a:p>
            <a:endParaRPr lang="en-IN"/>
          </a:p>
        </p:txBody>
      </p:sp>
      <p:sp>
        <p:nvSpPr>
          <p:cNvPr id="3" name="Shape 1">
            <a:extLst>
              <a:ext uri="{FF2B5EF4-FFF2-40B4-BE49-F238E27FC236}">
                <a16:creationId xmlns:a16="http://schemas.microsoft.com/office/drawing/2014/main" id="{71DC7101-EE85-38C8-87AD-C2323B3C809D}"/>
              </a:ext>
            </a:extLst>
          </p:cNvPr>
          <p:cNvSpPr/>
          <p:nvPr/>
        </p:nvSpPr>
        <p:spPr>
          <a:xfrm>
            <a:off x="-2011680" y="4572000"/>
            <a:ext cx="4754880" cy="4754880"/>
          </a:xfrm>
          <a:prstGeom prst="ellipse">
            <a:avLst/>
          </a:prstGeom>
          <a:solidFill>
            <a:srgbClr val="00C2FF">
              <a:alpha val="6000"/>
            </a:srgbClr>
          </a:solidFill>
          <a:ln/>
        </p:spPr>
        <p:txBody>
          <a:bodyPr/>
          <a:lstStyle/>
          <a:p>
            <a:endParaRPr lang="en-IN"/>
          </a:p>
        </p:txBody>
      </p:sp>
      <p:sp>
        <p:nvSpPr>
          <p:cNvPr id="4" name="Shape 2">
            <a:extLst>
              <a:ext uri="{FF2B5EF4-FFF2-40B4-BE49-F238E27FC236}">
                <a16:creationId xmlns:a16="http://schemas.microsoft.com/office/drawing/2014/main" id="{D9CACECD-E339-AC7E-AC14-9FD1843EEFBE}"/>
              </a:ext>
            </a:extLst>
          </p:cNvPr>
          <p:cNvSpPr/>
          <p:nvPr/>
        </p:nvSpPr>
        <p:spPr>
          <a:xfrm>
            <a:off x="365760" y="256032"/>
            <a:ext cx="32004" cy="32004"/>
          </a:xfrm>
          <a:prstGeom prst="ellipse">
            <a:avLst/>
          </a:prstGeom>
          <a:solidFill>
            <a:srgbClr val="00C2FF">
              <a:alpha val="45000"/>
            </a:srgbClr>
          </a:solidFill>
          <a:ln/>
        </p:spPr>
        <p:txBody>
          <a:bodyPr/>
          <a:lstStyle/>
          <a:p>
            <a:endParaRPr lang="en-IN"/>
          </a:p>
        </p:txBody>
      </p:sp>
      <p:sp>
        <p:nvSpPr>
          <p:cNvPr id="5" name="Shape 3">
            <a:extLst>
              <a:ext uri="{FF2B5EF4-FFF2-40B4-BE49-F238E27FC236}">
                <a16:creationId xmlns:a16="http://schemas.microsoft.com/office/drawing/2014/main" id="{1F6C2150-26E3-0D95-8506-135E51F166F5}"/>
              </a:ext>
            </a:extLst>
          </p:cNvPr>
          <p:cNvSpPr/>
          <p:nvPr/>
        </p:nvSpPr>
        <p:spPr>
          <a:xfrm>
            <a:off x="1234440" y="256032"/>
            <a:ext cx="32004" cy="32004"/>
          </a:xfrm>
          <a:prstGeom prst="ellipse">
            <a:avLst/>
          </a:prstGeom>
          <a:solidFill>
            <a:srgbClr val="00C2FF">
              <a:alpha val="45000"/>
            </a:srgbClr>
          </a:solidFill>
          <a:ln/>
        </p:spPr>
        <p:txBody>
          <a:bodyPr/>
          <a:lstStyle/>
          <a:p>
            <a:endParaRPr lang="en-IN"/>
          </a:p>
        </p:txBody>
      </p:sp>
      <p:sp>
        <p:nvSpPr>
          <p:cNvPr id="6" name="Shape 4">
            <a:extLst>
              <a:ext uri="{FF2B5EF4-FFF2-40B4-BE49-F238E27FC236}">
                <a16:creationId xmlns:a16="http://schemas.microsoft.com/office/drawing/2014/main" id="{3577A54C-A8B8-7135-01DA-4DDD0605ED1F}"/>
              </a:ext>
            </a:extLst>
          </p:cNvPr>
          <p:cNvSpPr/>
          <p:nvPr/>
        </p:nvSpPr>
        <p:spPr>
          <a:xfrm>
            <a:off x="2103120" y="256032"/>
            <a:ext cx="32004" cy="32004"/>
          </a:xfrm>
          <a:prstGeom prst="ellipse">
            <a:avLst/>
          </a:prstGeom>
          <a:solidFill>
            <a:srgbClr val="00C2FF">
              <a:alpha val="45000"/>
            </a:srgbClr>
          </a:solidFill>
          <a:ln/>
        </p:spPr>
        <p:txBody>
          <a:bodyPr/>
          <a:lstStyle/>
          <a:p>
            <a:endParaRPr lang="en-IN"/>
          </a:p>
        </p:txBody>
      </p:sp>
      <p:sp>
        <p:nvSpPr>
          <p:cNvPr id="7" name="Shape 5">
            <a:extLst>
              <a:ext uri="{FF2B5EF4-FFF2-40B4-BE49-F238E27FC236}">
                <a16:creationId xmlns:a16="http://schemas.microsoft.com/office/drawing/2014/main" id="{BA11EE21-6911-7D7A-8FFD-AE9736E2E642}"/>
              </a:ext>
            </a:extLst>
          </p:cNvPr>
          <p:cNvSpPr/>
          <p:nvPr/>
        </p:nvSpPr>
        <p:spPr>
          <a:xfrm>
            <a:off x="2971800" y="256032"/>
            <a:ext cx="32004" cy="32004"/>
          </a:xfrm>
          <a:prstGeom prst="ellipse">
            <a:avLst/>
          </a:prstGeom>
          <a:solidFill>
            <a:srgbClr val="00C2FF">
              <a:alpha val="45000"/>
            </a:srgbClr>
          </a:solidFill>
          <a:ln/>
        </p:spPr>
        <p:txBody>
          <a:bodyPr/>
          <a:lstStyle/>
          <a:p>
            <a:endParaRPr lang="en-IN"/>
          </a:p>
        </p:txBody>
      </p:sp>
      <p:sp>
        <p:nvSpPr>
          <p:cNvPr id="8" name="Shape 6">
            <a:extLst>
              <a:ext uri="{FF2B5EF4-FFF2-40B4-BE49-F238E27FC236}">
                <a16:creationId xmlns:a16="http://schemas.microsoft.com/office/drawing/2014/main" id="{8A7642A3-5950-3E24-069D-0D553E15A3DC}"/>
              </a:ext>
            </a:extLst>
          </p:cNvPr>
          <p:cNvSpPr/>
          <p:nvPr/>
        </p:nvSpPr>
        <p:spPr>
          <a:xfrm>
            <a:off x="3840480" y="256032"/>
            <a:ext cx="32004" cy="32004"/>
          </a:xfrm>
          <a:prstGeom prst="ellipse">
            <a:avLst/>
          </a:prstGeom>
          <a:solidFill>
            <a:srgbClr val="00C2FF">
              <a:alpha val="45000"/>
            </a:srgbClr>
          </a:solidFill>
          <a:ln/>
        </p:spPr>
        <p:txBody>
          <a:bodyPr/>
          <a:lstStyle/>
          <a:p>
            <a:endParaRPr lang="en-IN"/>
          </a:p>
        </p:txBody>
      </p:sp>
      <p:sp>
        <p:nvSpPr>
          <p:cNvPr id="9" name="Shape 7">
            <a:extLst>
              <a:ext uri="{FF2B5EF4-FFF2-40B4-BE49-F238E27FC236}">
                <a16:creationId xmlns:a16="http://schemas.microsoft.com/office/drawing/2014/main" id="{43CFC5BB-00DB-137A-B972-086E826D0510}"/>
              </a:ext>
            </a:extLst>
          </p:cNvPr>
          <p:cNvSpPr/>
          <p:nvPr/>
        </p:nvSpPr>
        <p:spPr>
          <a:xfrm>
            <a:off x="4709160" y="256032"/>
            <a:ext cx="32004" cy="32004"/>
          </a:xfrm>
          <a:prstGeom prst="ellipse">
            <a:avLst/>
          </a:prstGeom>
          <a:solidFill>
            <a:srgbClr val="00C2FF">
              <a:alpha val="45000"/>
            </a:srgbClr>
          </a:solidFill>
          <a:ln/>
        </p:spPr>
        <p:txBody>
          <a:bodyPr/>
          <a:lstStyle/>
          <a:p>
            <a:endParaRPr lang="en-IN"/>
          </a:p>
        </p:txBody>
      </p:sp>
      <p:sp>
        <p:nvSpPr>
          <p:cNvPr id="10" name="Shape 8">
            <a:extLst>
              <a:ext uri="{FF2B5EF4-FFF2-40B4-BE49-F238E27FC236}">
                <a16:creationId xmlns:a16="http://schemas.microsoft.com/office/drawing/2014/main" id="{B8024A08-4CFA-7648-638D-25614C9CA58E}"/>
              </a:ext>
            </a:extLst>
          </p:cNvPr>
          <p:cNvSpPr/>
          <p:nvPr/>
        </p:nvSpPr>
        <p:spPr>
          <a:xfrm>
            <a:off x="5577840" y="256032"/>
            <a:ext cx="32004" cy="32004"/>
          </a:xfrm>
          <a:prstGeom prst="ellipse">
            <a:avLst/>
          </a:prstGeom>
          <a:solidFill>
            <a:srgbClr val="00C2FF">
              <a:alpha val="45000"/>
            </a:srgbClr>
          </a:solidFill>
          <a:ln/>
        </p:spPr>
        <p:txBody>
          <a:bodyPr/>
          <a:lstStyle/>
          <a:p>
            <a:endParaRPr lang="en-IN"/>
          </a:p>
        </p:txBody>
      </p:sp>
      <p:sp>
        <p:nvSpPr>
          <p:cNvPr id="11" name="Shape 9">
            <a:extLst>
              <a:ext uri="{FF2B5EF4-FFF2-40B4-BE49-F238E27FC236}">
                <a16:creationId xmlns:a16="http://schemas.microsoft.com/office/drawing/2014/main" id="{981DFDDD-0722-D610-B893-675CF3DFDEE4}"/>
              </a:ext>
            </a:extLst>
          </p:cNvPr>
          <p:cNvSpPr/>
          <p:nvPr/>
        </p:nvSpPr>
        <p:spPr>
          <a:xfrm>
            <a:off x="6446520" y="256032"/>
            <a:ext cx="32004" cy="32004"/>
          </a:xfrm>
          <a:prstGeom prst="ellipse">
            <a:avLst/>
          </a:prstGeom>
          <a:solidFill>
            <a:srgbClr val="00C2FF">
              <a:alpha val="45000"/>
            </a:srgbClr>
          </a:solidFill>
          <a:ln/>
        </p:spPr>
        <p:txBody>
          <a:bodyPr/>
          <a:lstStyle/>
          <a:p>
            <a:endParaRPr lang="en-IN"/>
          </a:p>
        </p:txBody>
      </p:sp>
      <p:sp>
        <p:nvSpPr>
          <p:cNvPr id="12" name="Shape 10">
            <a:extLst>
              <a:ext uri="{FF2B5EF4-FFF2-40B4-BE49-F238E27FC236}">
                <a16:creationId xmlns:a16="http://schemas.microsoft.com/office/drawing/2014/main" id="{6D689A81-36C4-73F8-D6B3-DB8061BEC68D}"/>
              </a:ext>
            </a:extLst>
          </p:cNvPr>
          <p:cNvSpPr/>
          <p:nvPr/>
        </p:nvSpPr>
        <p:spPr>
          <a:xfrm>
            <a:off x="7315200" y="256032"/>
            <a:ext cx="32004" cy="32004"/>
          </a:xfrm>
          <a:prstGeom prst="ellipse">
            <a:avLst/>
          </a:prstGeom>
          <a:solidFill>
            <a:srgbClr val="00C2FF">
              <a:alpha val="45000"/>
            </a:srgbClr>
          </a:solidFill>
          <a:ln/>
        </p:spPr>
        <p:txBody>
          <a:bodyPr/>
          <a:lstStyle/>
          <a:p>
            <a:endParaRPr lang="en-IN"/>
          </a:p>
        </p:txBody>
      </p:sp>
      <p:sp>
        <p:nvSpPr>
          <p:cNvPr id="13" name="Shape 11">
            <a:extLst>
              <a:ext uri="{FF2B5EF4-FFF2-40B4-BE49-F238E27FC236}">
                <a16:creationId xmlns:a16="http://schemas.microsoft.com/office/drawing/2014/main" id="{07E4E877-867A-E520-C69B-84772E9F07CD}"/>
              </a:ext>
            </a:extLst>
          </p:cNvPr>
          <p:cNvSpPr/>
          <p:nvPr/>
        </p:nvSpPr>
        <p:spPr>
          <a:xfrm>
            <a:off x="8183880" y="256032"/>
            <a:ext cx="32004" cy="32004"/>
          </a:xfrm>
          <a:prstGeom prst="ellipse">
            <a:avLst/>
          </a:prstGeom>
          <a:solidFill>
            <a:srgbClr val="00C2FF">
              <a:alpha val="45000"/>
            </a:srgbClr>
          </a:solidFill>
          <a:ln/>
        </p:spPr>
        <p:txBody>
          <a:bodyPr/>
          <a:lstStyle/>
          <a:p>
            <a:endParaRPr lang="en-IN"/>
          </a:p>
        </p:txBody>
      </p:sp>
      <p:sp>
        <p:nvSpPr>
          <p:cNvPr id="14" name="Shape 12">
            <a:extLst>
              <a:ext uri="{FF2B5EF4-FFF2-40B4-BE49-F238E27FC236}">
                <a16:creationId xmlns:a16="http://schemas.microsoft.com/office/drawing/2014/main" id="{EDCC4675-5039-E51A-4012-B1C102506614}"/>
              </a:ext>
            </a:extLst>
          </p:cNvPr>
          <p:cNvSpPr/>
          <p:nvPr/>
        </p:nvSpPr>
        <p:spPr>
          <a:xfrm>
            <a:off x="9052560" y="256032"/>
            <a:ext cx="32004" cy="32004"/>
          </a:xfrm>
          <a:prstGeom prst="ellipse">
            <a:avLst/>
          </a:prstGeom>
          <a:solidFill>
            <a:srgbClr val="00C2FF">
              <a:alpha val="45000"/>
            </a:srgbClr>
          </a:solidFill>
          <a:ln/>
        </p:spPr>
        <p:txBody>
          <a:bodyPr/>
          <a:lstStyle/>
          <a:p>
            <a:endParaRPr lang="en-IN"/>
          </a:p>
        </p:txBody>
      </p:sp>
      <p:sp>
        <p:nvSpPr>
          <p:cNvPr id="15" name="Shape 13">
            <a:extLst>
              <a:ext uri="{FF2B5EF4-FFF2-40B4-BE49-F238E27FC236}">
                <a16:creationId xmlns:a16="http://schemas.microsoft.com/office/drawing/2014/main" id="{A3831BCA-6E79-AF97-83AA-4350CAD733F1}"/>
              </a:ext>
            </a:extLst>
          </p:cNvPr>
          <p:cNvSpPr/>
          <p:nvPr/>
        </p:nvSpPr>
        <p:spPr>
          <a:xfrm>
            <a:off x="9921240" y="256032"/>
            <a:ext cx="32004" cy="32004"/>
          </a:xfrm>
          <a:prstGeom prst="ellipse">
            <a:avLst/>
          </a:prstGeom>
          <a:solidFill>
            <a:srgbClr val="00C2FF">
              <a:alpha val="45000"/>
            </a:srgbClr>
          </a:solidFill>
          <a:ln/>
        </p:spPr>
        <p:txBody>
          <a:bodyPr/>
          <a:lstStyle/>
          <a:p>
            <a:endParaRPr lang="en-IN"/>
          </a:p>
        </p:txBody>
      </p:sp>
      <p:sp>
        <p:nvSpPr>
          <p:cNvPr id="16" name="Shape 14">
            <a:extLst>
              <a:ext uri="{FF2B5EF4-FFF2-40B4-BE49-F238E27FC236}">
                <a16:creationId xmlns:a16="http://schemas.microsoft.com/office/drawing/2014/main" id="{FBD8BB9C-344E-751C-4329-869FF0CF2C58}"/>
              </a:ext>
            </a:extLst>
          </p:cNvPr>
          <p:cNvSpPr/>
          <p:nvPr/>
        </p:nvSpPr>
        <p:spPr>
          <a:xfrm>
            <a:off x="10789920" y="256032"/>
            <a:ext cx="32004" cy="32004"/>
          </a:xfrm>
          <a:prstGeom prst="ellipse">
            <a:avLst/>
          </a:prstGeom>
          <a:solidFill>
            <a:srgbClr val="00C2FF">
              <a:alpha val="45000"/>
            </a:srgbClr>
          </a:solidFill>
          <a:ln/>
        </p:spPr>
        <p:txBody>
          <a:bodyPr/>
          <a:lstStyle/>
          <a:p>
            <a:endParaRPr lang="en-IN"/>
          </a:p>
        </p:txBody>
      </p:sp>
      <p:sp>
        <p:nvSpPr>
          <p:cNvPr id="17" name="Shape 15">
            <a:extLst>
              <a:ext uri="{FF2B5EF4-FFF2-40B4-BE49-F238E27FC236}">
                <a16:creationId xmlns:a16="http://schemas.microsoft.com/office/drawing/2014/main" id="{F24FD5EB-370A-0A7C-0702-33EC7EF0B7AD}"/>
              </a:ext>
            </a:extLst>
          </p:cNvPr>
          <p:cNvSpPr/>
          <p:nvPr/>
        </p:nvSpPr>
        <p:spPr>
          <a:xfrm>
            <a:off x="11658600" y="256032"/>
            <a:ext cx="32004" cy="32004"/>
          </a:xfrm>
          <a:prstGeom prst="ellipse">
            <a:avLst/>
          </a:prstGeom>
          <a:solidFill>
            <a:srgbClr val="00C2FF">
              <a:alpha val="45000"/>
            </a:srgbClr>
          </a:solidFill>
          <a:ln/>
        </p:spPr>
        <p:txBody>
          <a:bodyPr/>
          <a:lstStyle/>
          <a:p>
            <a:endParaRPr lang="en-IN"/>
          </a:p>
        </p:txBody>
      </p:sp>
      <p:sp>
        <p:nvSpPr>
          <p:cNvPr id="18" name="Shape 16">
            <a:extLst>
              <a:ext uri="{FF2B5EF4-FFF2-40B4-BE49-F238E27FC236}">
                <a16:creationId xmlns:a16="http://schemas.microsoft.com/office/drawing/2014/main" id="{672D0F09-5239-239A-249C-5E319683AC20}"/>
              </a:ext>
            </a:extLst>
          </p:cNvPr>
          <p:cNvSpPr/>
          <p:nvPr/>
        </p:nvSpPr>
        <p:spPr>
          <a:xfrm>
            <a:off x="365760" y="6601968"/>
            <a:ext cx="32004" cy="32004"/>
          </a:xfrm>
          <a:prstGeom prst="ellipse">
            <a:avLst/>
          </a:prstGeom>
          <a:solidFill>
            <a:srgbClr val="00C2FF">
              <a:alpha val="45000"/>
            </a:srgbClr>
          </a:solidFill>
          <a:ln/>
        </p:spPr>
        <p:txBody>
          <a:bodyPr/>
          <a:lstStyle/>
          <a:p>
            <a:endParaRPr lang="en-IN"/>
          </a:p>
        </p:txBody>
      </p:sp>
      <p:sp>
        <p:nvSpPr>
          <p:cNvPr id="19" name="Shape 17">
            <a:extLst>
              <a:ext uri="{FF2B5EF4-FFF2-40B4-BE49-F238E27FC236}">
                <a16:creationId xmlns:a16="http://schemas.microsoft.com/office/drawing/2014/main" id="{FB3DF08C-637D-86CF-E17C-76109245F2E3}"/>
              </a:ext>
            </a:extLst>
          </p:cNvPr>
          <p:cNvSpPr/>
          <p:nvPr/>
        </p:nvSpPr>
        <p:spPr>
          <a:xfrm>
            <a:off x="1234440" y="6601968"/>
            <a:ext cx="32004" cy="32004"/>
          </a:xfrm>
          <a:prstGeom prst="ellipse">
            <a:avLst/>
          </a:prstGeom>
          <a:solidFill>
            <a:srgbClr val="00C2FF">
              <a:alpha val="45000"/>
            </a:srgbClr>
          </a:solidFill>
          <a:ln/>
        </p:spPr>
        <p:txBody>
          <a:bodyPr/>
          <a:lstStyle/>
          <a:p>
            <a:endParaRPr lang="en-IN"/>
          </a:p>
        </p:txBody>
      </p:sp>
      <p:sp>
        <p:nvSpPr>
          <p:cNvPr id="20" name="Shape 18">
            <a:extLst>
              <a:ext uri="{FF2B5EF4-FFF2-40B4-BE49-F238E27FC236}">
                <a16:creationId xmlns:a16="http://schemas.microsoft.com/office/drawing/2014/main" id="{8E8933F1-5A64-654D-F455-6BF971535545}"/>
              </a:ext>
            </a:extLst>
          </p:cNvPr>
          <p:cNvSpPr/>
          <p:nvPr/>
        </p:nvSpPr>
        <p:spPr>
          <a:xfrm>
            <a:off x="2103120" y="6601968"/>
            <a:ext cx="32004" cy="32004"/>
          </a:xfrm>
          <a:prstGeom prst="ellipse">
            <a:avLst/>
          </a:prstGeom>
          <a:solidFill>
            <a:srgbClr val="00C2FF">
              <a:alpha val="45000"/>
            </a:srgbClr>
          </a:solidFill>
          <a:ln/>
        </p:spPr>
        <p:txBody>
          <a:bodyPr/>
          <a:lstStyle/>
          <a:p>
            <a:endParaRPr lang="en-IN"/>
          </a:p>
        </p:txBody>
      </p:sp>
      <p:sp>
        <p:nvSpPr>
          <p:cNvPr id="21" name="Shape 19">
            <a:extLst>
              <a:ext uri="{FF2B5EF4-FFF2-40B4-BE49-F238E27FC236}">
                <a16:creationId xmlns:a16="http://schemas.microsoft.com/office/drawing/2014/main" id="{7C8C7299-92BB-6039-5BAB-21F9FB0B9B2B}"/>
              </a:ext>
            </a:extLst>
          </p:cNvPr>
          <p:cNvSpPr/>
          <p:nvPr/>
        </p:nvSpPr>
        <p:spPr>
          <a:xfrm>
            <a:off x="2971800" y="6601968"/>
            <a:ext cx="32004" cy="32004"/>
          </a:xfrm>
          <a:prstGeom prst="ellipse">
            <a:avLst/>
          </a:prstGeom>
          <a:solidFill>
            <a:srgbClr val="00C2FF">
              <a:alpha val="45000"/>
            </a:srgbClr>
          </a:solidFill>
          <a:ln/>
        </p:spPr>
        <p:txBody>
          <a:bodyPr/>
          <a:lstStyle/>
          <a:p>
            <a:endParaRPr lang="en-IN"/>
          </a:p>
        </p:txBody>
      </p:sp>
      <p:sp>
        <p:nvSpPr>
          <p:cNvPr id="22" name="Shape 20">
            <a:extLst>
              <a:ext uri="{FF2B5EF4-FFF2-40B4-BE49-F238E27FC236}">
                <a16:creationId xmlns:a16="http://schemas.microsoft.com/office/drawing/2014/main" id="{B8CC27F3-B5AB-4552-4589-E299D2E6F439}"/>
              </a:ext>
            </a:extLst>
          </p:cNvPr>
          <p:cNvSpPr/>
          <p:nvPr/>
        </p:nvSpPr>
        <p:spPr>
          <a:xfrm>
            <a:off x="3840480" y="6601968"/>
            <a:ext cx="32004" cy="32004"/>
          </a:xfrm>
          <a:prstGeom prst="ellipse">
            <a:avLst/>
          </a:prstGeom>
          <a:solidFill>
            <a:srgbClr val="00C2FF">
              <a:alpha val="45000"/>
            </a:srgbClr>
          </a:solidFill>
          <a:ln/>
        </p:spPr>
        <p:txBody>
          <a:bodyPr/>
          <a:lstStyle/>
          <a:p>
            <a:endParaRPr lang="en-IN"/>
          </a:p>
        </p:txBody>
      </p:sp>
      <p:sp>
        <p:nvSpPr>
          <p:cNvPr id="23" name="Shape 21">
            <a:extLst>
              <a:ext uri="{FF2B5EF4-FFF2-40B4-BE49-F238E27FC236}">
                <a16:creationId xmlns:a16="http://schemas.microsoft.com/office/drawing/2014/main" id="{7F03DC94-9B47-53D7-F206-9006AB67E03B}"/>
              </a:ext>
            </a:extLst>
          </p:cNvPr>
          <p:cNvSpPr/>
          <p:nvPr/>
        </p:nvSpPr>
        <p:spPr>
          <a:xfrm>
            <a:off x="4709160" y="6601968"/>
            <a:ext cx="32004" cy="32004"/>
          </a:xfrm>
          <a:prstGeom prst="ellipse">
            <a:avLst/>
          </a:prstGeom>
          <a:solidFill>
            <a:srgbClr val="00C2FF">
              <a:alpha val="45000"/>
            </a:srgbClr>
          </a:solidFill>
          <a:ln/>
        </p:spPr>
        <p:txBody>
          <a:bodyPr/>
          <a:lstStyle/>
          <a:p>
            <a:endParaRPr lang="en-IN"/>
          </a:p>
        </p:txBody>
      </p:sp>
      <p:sp>
        <p:nvSpPr>
          <p:cNvPr id="24" name="Shape 22">
            <a:extLst>
              <a:ext uri="{FF2B5EF4-FFF2-40B4-BE49-F238E27FC236}">
                <a16:creationId xmlns:a16="http://schemas.microsoft.com/office/drawing/2014/main" id="{B3C4E739-49B6-CD5B-6DBD-6AC141B3E4A4}"/>
              </a:ext>
            </a:extLst>
          </p:cNvPr>
          <p:cNvSpPr/>
          <p:nvPr/>
        </p:nvSpPr>
        <p:spPr>
          <a:xfrm>
            <a:off x="5577840" y="6601968"/>
            <a:ext cx="32004" cy="32004"/>
          </a:xfrm>
          <a:prstGeom prst="ellipse">
            <a:avLst/>
          </a:prstGeom>
          <a:solidFill>
            <a:srgbClr val="00C2FF">
              <a:alpha val="45000"/>
            </a:srgbClr>
          </a:solidFill>
          <a:ln/>
        </p:spPr>
        <p:txBody>
          <a:bodyPr/>
          <a:lstStyle/>
          <a:p>
            <a:endParaRPr lang="en-IN"/>
          </a:p>
        </p:txBody>
      </p:sp>
      <p:sp>
        <p:nvSpPr>
          <p:cNvPr id="25" name="Shape 23">
            <a:extLst>
              <a:ext uri="{FF2B5EF4-FFF2-40B4-BE49-F238E27FC236}">
                <a16:creationId xmlns:a16="http://schemas.microsoft.com/office/drawing/2014/main" id="{E19BE181-E914-D375-A875-2376C11F0AAA}"/>
              </a:ext>
            </a:extLst>
          </p:cNvPr>
          <p:cNvSpPr/>
          <p:nvPr/>
        </p:nvSpPr>
        <p:spPr>
          <a:xfrm>
            <a:off x="6446520" y="6601968"/>
            <a:ext cx="32004" cy="32004"/>
          </a:xfrm>
          <a:prstGeom prst="ellipse">
            <a:avLst/>
          </a:prstGeom>
          <a:solidFill>
            <a:srgbClr val="00C2FF">
              <a:alpha val="45000"/>
            </a:srgbClr>
          </a:solidFill>
          <a:ln/>
        </p:spPr>
        <p:txBody>
          <a:bodyPr/>
          <a:lstStyle/>
          <a:p>
            <a:endParaRPr lang="en-IN"/>
          </a:p>
        </p:txBody>
      </p:sp>
      <p:sp>
        <p:nvSpPr>
          <p:cNvPr id="26" name="Shape 24">
            <a:extLst>
              <a:ext uri="{FF2B5EF4-FFF2-40B4-BE49-F238E27FC236}">
                <a16:creationId xmlns:a16="http://schemas.microsoft.com/office/drawing/2014/main" id="{8C10960E-7E1F-A0A3-33BC-4BD786407395}"/>
              </a:ext>
            </a:extLst>
          </p:cNvPr>
          <p:cNvSpPr/>
          <p:nvPr/>
        </p:nvSpPr>
        <p:spPr>
          <a:xfrm>
            <a:off x="7315200" y="6601968"/>
            <a:ext cx="32004" cy="32004"/>
          </a:xfrm>
          <a:prstGeom prst="ellipse">
            <a:avLst/>
          </a:prstGeom>
          <a:solidFill>
            <a:srgbClr val="00C2FF">
              <a:alpha val="45000"/>
            </a:srgbClr>
          </a:solidFill>
          <a:ln/>
        </p:spPr>
        <p:txBody>
          <a:bodyPr/>
          <a:lstStyle/>
          <a:p>
            <a:endParaRPr lang="en-IN"/>
          </a:p>
        </p:txBody>
      </p:sp>
      <p:sp>
        <p:nvSpPr>
          <p:cNvPr id="27" name="Shape 25">
            <a:extLst>
              <a:ext uri="{FF2B5EF4-FFF2-40B4-BE49-F238E27FC236}">
                <a16:creationId xmlns:a16="http://schemas.microsoft.com/office/drawing/2014/main" id="{CCD18B89-6AD8-2F25-CFDA-99112105A26C}"/>
              </a:ext>
            </a:extLst>
          </p:cNvPr>
          <p:cNvSpPr/>
          <p:nvPr/>
        </p:nvSpPr>
        <p:spPr>
          <a:xfrm>
            <a:off x="8183880" y="6601968"/>
            <a:ext cx="32004" cy="32004"/>
          </a:xfrm>
          <a:prstGeom prst="ellipse">
            <a:avLst/>
          </a:prstGeom>
          <a:solidFill>
            <a:srgbClr val="00C2FF">
              <a:alpha val="45000"/>
            </a:srgbClr>
          </a:solidFill>
          <a:ln/>
        </p:spPr>
        <p:txBody>
          <a:bodyPr/>
          <a:lstStyle/>
          <a:p>
            <a:endParaRPr lang="en-IN"/>
          </a:p>
        </p:txBody>
      </p:sp>
      <p:sp>
        <p:nvSpPr>
          <p:cNvPr id="28" name="Shape 26">
            <a:extLst>
              <a:ext uri="{FF2B5EF4-FFF2-40B4-BE49-F238E27FC236}">
                <a16:creationId xmlns:a16="http://schemas.microsoft.com/office/drawing/2014/main" id="{A91B3AA2-0014-3EED-492B-122DBD95E402}"/>
              </a:ext>
            </a:extLst>
          </p:cNvPr>
          <p:cNvSpPr/>
          <p:nvPr/>
        </p:nvSpPr>
        <p:spPr>
          <a:xfrm>
            <a:off x="9052560" y="6601968"/>
            <a:ext cx="32004" cy="32004"/>
          </a:xfrm>
          <a:prstGeom prst="ellipse">
            <a:avLst/>
          </a:prstGeom>
          <a:solidFill>
            <a:srgbClr val="00C2FF">
              <a:alpha val="45000"/>
            </a:srgbClr>
          </a:solidFill>
          <a:ln/>
        </p:spPr>
        <p:txBody>
          <a:bodyPr/>
          <a:lstStyle/>
          <a:p>
            <a:endParaRPr lang="en-IN"/>
          </a:p>
        </p:txBody>
      </p:sp>
      <p:sp>
        <p:nvSpPr>
          <p:cNvPr id="29" name="Shape 27">
            <a:extLst>
              <a:ext uri="{FF2B5EF4-FFF2-40B4-BE49-F238E27FC236}">
                <a16:creationId xmlns:a16="http://schemas.microsoft.com/office/drawing/2014/main" id="{56818771-6A21-1C01-124C-B48631C017CA}"/>
              </a:ext>
            </a:extLst>
          </p:cNvPr>
          <p:cNvSpPr/>
          <p:nvPr/>
        </p:nvSpPr>
        <p:spPr>
          <a:xfrm>
            <a:off x="9921240" y="6601968"/>
            <a:ext cx="32004" cy="32004"/>
          </a:xfrm>
          <a:prstGeom prst="ellipse">
            <a:avLst/>
          </a:prstGeom>
          <a:solidFill>
            <a:srgbClr val="00C2FF">
              <a:alpha val="45000"/>
            </a:srgbClr>
          </a:solidFill>
          <a:ln/>
        </p:spPr>
        <p:txBody>
          <a:bodyPr/>
          <a:lstStyle/>
          <a:p>
            <a:endParaRPr lang="en-IN"/>
          </a:p>
        </p:txBody>
      </p:sp>
      <p:sp>
        <p:nvSpPr>
          <p:cNvPr id="30" name="Shape 28">
            <a:extLst>
              <a:ext uri="{FF2B5EF4-FFF2-40B4-BE49-F238E27FC236}">
                <a16:creationId xmlns:a16="http://schemas.microsoft.com/office/drawing/2014/main" id="{1971B072-57CF-73F1-19C6-FFCF846385EF}"/>
              </a:ext>
            </a:extLst>
          </p:cNvPr>
          <p:cNvSpPr/>
          <p:nvPr/>
        </p:nvSpPr>
        <p:spPr>
          <a:xfrm>
            <a:off x="10789920" y="6601968"/>
            <a:ext cx="32004" cy="32004"/>
          </a:xfrm>
          <a:prstGeom prst="ellipse">
            <a:avLst/>
          </a:prstGeom>
          <a:solidFill>
            <a:srgbClr val="00C2FF">
              <a:alpha val="45000"/>
            </a:srgbClr>
          </a:solidFill>
          <a:ln/>
        </p:spPr>
        <p:txBody>
          <a:bodyPr/>
          <a:lstStyle/>
          <a:p>
            <a:endParaRPr lang="en-IN"/>
          </a:p>
        </p:txBody>
      </p:sp>
      <p:sp>
        <p:nvSpPr>
          <p:cNvPr id="31" name="Shape 29">
            <a:extLst>
              <a:ext uri="{FF2B5EF4-FFF2-40B4-BE49-F238E27FC236}">
                <a16:creationId xmlns:a16="http://schemas.microsoft.com/office/drawing/2014/main" id="{34AE6628-CECA-EDD7-CF8F-BAF14791212A}"/>
              </a:ext>
            </a:extLst>
          </p:cNvPr>
          <p:cNvSpPr/>
          <p:nvPr/>
        </p:nvSpPr>
        <p:spPr>
          <a:xfrm>
            <a:off x="11658600" y="6601968"/>
            <a:ext cx="32004" cy="32004"/>
          </a:xfrm>
          <a:prstGeom prst="ellipse">
            <a:avLst/>
          </a:prstGeom>
          <a:solidFill>
            <a:srgbClr val="00C2FF">
              <a:alpha val="45000"/>
            </a:srgbClr>
          </a:solidFill>
          <a:ln/>
        </p:spPr>
        <p:txBody>
          <a:bodyPr/>
          <a:lstStyle/>
          <a:p>
            <a:endParaRPr lang="en-IN"/>
          </a:p>
        </p:txBody>
      </p:sp>
      <p:sp>
        <p:nvSpPr>
          <p:cNvPr id="32" name="Text 30">
            <a:extLst>
              <a:ext uri="{FF2B5EF4-FFF2-40B4-BE49-F238E27FC236}">
                <a16:creationId xmlns:a16="http://schemas.microsoft.com/office/drawing/2014/main" id="{1FBCBC0C-E493-AD2A-7D23-25E1A80C9AAA}"/>
              </a:ext>
            </a:extLst>
          </p:cNvPr>
          <p:cNvSpPr/>
          <p:nvPr/>
        </p:nvSpPr>
        <p:spPr>
          <a:xfrm>
            <a:off x="548640" y="384048"/>
            <a:ext cx="7315200" cy="274320"/>
          </a:xfrm>
          <a:prstGeom prst="rect">
            <a:avLst/>
          </a:prstGeom>
          <a:noFill/>
          <a:ln/>
        </p:spPr>
        <p:txBody>
          <a:bodyPr wrap="square" rtlCol="0" anchor="ctr"/>
          <a:lstStyle/>
          <a:p>
            <a:pPr marL="0" indent="0">
              <a:buNone/>
            </a:pPr>
            <a:endParaRPr lang="en-US" sz="1100" dirty="0"/>
          </a:p>
        </p:txBody>
      </p:sp>
      <p:sp>
        <p:nvSpPr>
          <p:cNvPr id="33" name="Text 31">
            <a:extLst>
              <a:ext uri="{FF2B5EF4-FFF2-40B4-BE49-F238E27FC236}">
                <a16:creationId xmlns:a16="http://schemas.microsoft.com/office/drawing/2014/main" id="{18B7AD31-E125-1808-5142-6E94F524A1AF}"/>
              </a:ext>
            </a:extLst>
          </p:cNvPr>
          <p:cNvSpPr/>
          <p:nvPr/>
        </p:nvSpPr>
        <p:spPr>
          <a:xfrm>
            <a:off x="397764" y="621335"/>
            <a:ext cx="10515600" cy="640080"/>
          </a:xfrm>
          <a:prstGeom prst="rect">
            <a:avLst/>
          </a:prstGeom>
          <a:noFill/>
          <a:ln/>
        </p:spPr>
        <p:txBody>
          <a:bodyPr wrap="square" rtlCol="0" anchor="ctr"/>
          <a:lstStyle/>
          <a:p>
            <a:pPr marL="0" indent="0">
              <a:buNone/>
            </a:pPr>
            <a:r>
              <a:rPr lang="en-US" sz="3000" b="1" dirty="0">
                <a:solidFill>
                  <a:srgbClr val="FFFFFF"/>
                </a:solidFill>
                <a:latin typeface="Montserrat" pitchFamily="34" charset="0"/>
              </a:rPr>
              <a:t>Pre - Requisite</a:t>
            </a:r>
            <a:endParaRPr lang="en-US" sz="3000" dirty="0"/>
          </a:p>
        </p:txBody>
      </p:sp>
      <p:sp>
        <p:nvSpPr>
          <p:cNvPr id="36" name="Text 33">
            <a:extLst>
              <a:ext uri="{FF2B5EF4-FFF2-40B4-BE49-F238E27FC236}">
                <a16:creationId xmlns:a16="http://schemas.microsoft.com/office/drawing/2014/main" id="{0C367A84-96A1-38B5-AB9E-03D56612C28F}"/>
              </a:ext>
            </a:extLst>
          </p:cNvPr>
          <p:cNvSpPr/>
          <p:nvPr/>
        </p:nvSpPr>
        <p:spPr>
          <a:xfrm>
            <a:off x="700087" y="1261415"/>
            <a:ext cx="4154805" cy="4812030"/>
          </a:xfrm>
          <a:prstGeom prst="rect">
            <a:avLst/>
          </a:prstGeom>
          <a:noFill/>
          <a:ln/>
        </p:spPr>
        <p:txBody>
          <a:bodyPr wrap="square" rtlCol="0" anchor="ctr"/>
          <a:lstStyle/>
          <a:p>
            <a:pPr marL="285750" indent="-285750">
              <a:buFont typeface="Arial" panose="020B0604020202020204" pitchFamily="34" charset="0"/>
              <a:buChar char="•"/>
            </a:pPr>
            <a:r>
              <a:rPr lang="en-US" b="1" dirty="0">
                <a:solidFill>
                  <a:schemeClr val="bg1"/>
                </a:solidFill>
              </a:rPr>
              <a:t>Privileged User Database</a:t>
            </a:r>
          </a:p>
          <a:p>
            <a:pPr marL="285750" indent="-285750">
              <a:buFont typeface="Arial" panose="020B0604020202020204" pitchFamily="34" charset="0"/>
              <a:buChar char="•"/>
            </a:pPr>
            <a:endParaRPr lang="en-US" b="1" dirty="0">
              <a:solidFill>
                <a:schemeClr val="bg1"/>
              </a:solidFill>
            </a:endParaRPr>
          </a:p>
          <a:p>
            <a:pPr marL="285750" indent="-285750">
              <a:buFont typeface="Arial" panose="020B0604020202020204" pitchFamily="34" charset="0"/>
              <a:buChar char="•"/>
            </a:pPr>
            <a:r>
              <a:rPr lang="en-US" b="1" dirty="0">
                <a:solidFill>
                  <a:schemeClr val="bg1"/>
                </a:solidFill>
              </a:rPr>
              <a:t>Employee Authentication Records</a:t>
            </a:r>
          </a:p>
          <a:p>
            <a:pPr marL="285750" indent="-285750">
              <a:buFont typeface="Arial" panose="020B0604020202020204" pitchFamily="34" charset="0"/>
              <a:buChar char="•"/>
            </a:pPr>
            <a:endParaRPr lang="en-US" b="1" dirty="0">
              <a:solidFill>
                <a:schemeClr val="bg1"/>
              </a:solidFill>
            </a:endParaRPr>
          </a:p>
          <a:p>
            <a:pPr marL="285750" indent="-285750">
              <a:buFont typeface="Arial" panose="020B0604020202020204" pitchFamily="34" charset="0"/>
              <a:buChar char="•"/>
            </a:pPr>
            <a:r>
              <a:rPr lang="en-US" b="1" dirty="0">
                <a:solidFill>
                  <a:schemeClr val="bg1"/>
                </a:solidFill>
              </a:rPr>
              <a:t>Login Activity Logs</a:t>
            </a:r>
          </a:p>
          <a:p>
            <a:pPr marL="285750" indent="-285750">
              <a:buFont typeface="Arial" panose="020B0604020202020204" pitchFamily="34" charset="0"/>
              <a:buChar char="•"/>
            </a:pPr>
            <a:endParaRPr lang="en-US" b="1" dirty="0">
              <a:solidFill>
                <a:schemeClr val="bg1"/>
              </a:solidFill>
            </a:endParaRPr>
          </a:p>
          <a:p>
            <a:pPr marL="285750" indent="-285750">
              <a:buFont typeface="Arial" panose="020B0604020202020204" pitchFamily="34" charset="0"/>
              <a:buChar char="•"/>
            </a:pPr>
            <a:r>
              <a:rPr lang="en-US" b="1" dirty="0">
                <a:solidFill>
                  <a:schemeClr val="bg1"/>
                </a:solidFill>
              </a:rPr>
              <a:t>Device Fingerprinting</a:t>
            </a:r>
          </a:p>
          <a:p>
            <a:endParaRPr lang="en-US" b="1" dirty="0">
              <a:solidFill>
                <a:schemeClr val="bg1"/>
              </a:solidFill>
            </a:endParaRPr>
          </a:p>
          <a:p>
            <a:pPr marL="285750" indent="-285750">
              <a:buFont typeface="Arial" panose="020B0604020202020204" pitchFamily="34" charset="0"/>
              <a:buChar char="•"/>
            </a:pPr>
            <a:r>
              <a:rPr lang="en-US" b="1" dirty="0">
                <a:solidFill>
                  <a:schemeClr val="bg1"/>
                </a:solidFill>
              </a:rPr>
              <a:t>IP Address Tracking</a:t>
            </a:r>
          </a:p>
          <a:p>
            <a:pPr marL="285750" indent="-285750">
              <a:buFont typeface="Arial" panose="020B0604020202020204" pitchFamily="34" charset="0"/>
              <a:buChar char="•"/>
            </a:pPr>
            <a:endParaRPr lang="en-US" b="1" dirty="0">
              <a:solidFill>
                <a:schemeClr val="bg1"/>
              </a:solidFill>
            </a:endParaRPr>
          </a:p>
          <a:p>
            <a:pPr marL="285750" indent="-285750">
              <a:buFont typeface="Arial" panose="020B0604020202020204" pitchFamily="34" charset="0"/>
              <a:buChar char="•"/>
            </a:pPr>
            <a:r>
              <a:rPr lang="en-US" b="1" dirty="0">
                <a:solidFill>
                  <a:schemeClr val="bg1"/>
                </a:solidFill>
              </a:rPr>
              <a:t>Location Information</a:t>
            </a:r>
          </a:p>
        </p:txBody>
      </p:sp>
      <p:sp>
        <p:nvSpPr>
          <p:cNvPr id="41" name="Text 37">
            <a:extLst>
              <a:ext uri="{FF2B5EF4-FFF2-40B4-BE49-F238E27FC236}">
                <a16:creationId xmlns:a16="http://schemas.microsoft.com/office/drawing/2014/main" id="{62A92099-7C19-562C-675B-7110C137BEC2}"/>
              </a:ext>
            </a:extLst>
          </p:cNvPr>
          <p:cNvSpPr/>
          <p:nvPr/>
        </p:nvSpPr>
        <p:spPr>
          <a:xfrm>
            <a:off x="1074420" y="3675888"/>
            <a:ext cx="274320" cy="457200"/>
          </a:xfrm>
          <a:prstGeom prst="rect">
            <a:avLst/>
          </a:prstGeom>
          <a:noFill/>
          <a:ln/>
        </p:spPr>
        <p:txBody>
          <a:bodyPr wrap="square" rtlCol="0" anchor="ctr"/>
          <a:lstStyle/>
          <a:p>
            <a:pPr marL="0" indent="0" algn="ctr">
              <a:buNone/>
            </a:pPr>
            <a:endParaRPr lang="en-US" sz="2000" dirty="0"/>
          </a:p>
        </p:txBody>
      </p:sp>
      <p:sp>
        <p:nvSpPr>
          <p:cNvPr id="44" name="Text 39">
            <a:extLst>
              <a:ext uri="{FF2B5EF4-FFF2-40B4-BE49-F238E27FC236}">
                <a16:creationId xmlns:a16="http://schemas.microsoft.com/office/drawing/2014/main" id="{00849D3A-3D90-31E4-34A2-2E071F5C3231}"/>
              </a:ext>
            </a:extLst>
          </p:cNvPr>
          <p:cNvSpPr/>
          <p:nvPr/>
        </p:nvSpPr>
        <p:spPr>
          <a:xfrm>
            <a:off x="3703320" y="4413123"/>
            <a:ext cx="2743200" cy="411480"/>
          </a:xfrm>
          <a:prstGeom prst="rect">
            <a:avLst/>
          </a:prstGeom>
          <a:noFill/>
          <a:ln/>
        </p:spPr>
        <p:txBody>
          <a:bodyPr wrap="square" rtlCol="0" anchor="ctr"/>
          <a:lstStyle/>
          <a:p>
            <a:pPr marL="0" indent="0">
              <a:buNone/>
            </a:pPr>
            <a:endParaRPr lang="en-US" sz="1350" dirty="0"/>
          </a:p>
        </p:txBody>
      </p:sp>
      <p:sp>
        <p:nvSpPr>
          <p:cNvPr id="45" name="Text 40">
            <a:extLst>
              <a:ext uri="{FF2B5EF4-FFF2-40B4-BE49-F238E27FC236}">
                <a16:creationId xmlns:a16="http://schemas.microsoft.com/office/drawing/2014/main" id="{52CE9D90-7088-B999-8DE6-9A89132CCF1B}"/>
              </a:ext>
            </a:extLst>
          </p:cNvPr>
          <p:cNvSpPr/>
          <p:nvPr/>
        </p:nvSpPr>
        <p:spPr>
          <a:xfrm>
            <a:off x="1074420" y="4956048"/>
            <a:ext cx="274320" cy="457200"/>
          </a:xfrm>
          <a:prstGeom prst="rect">
            <a:avLst/>
          </a:prstGeom>
          <a:noFill/>
          <a:ln/>
        </p:spPr>
        <p:txBody>
          <a:bodyPr wrap="square" rtlCol="0" anchor="ctr"/>
          <a:lstStyle/>
          <a:p>
            <a:pPr marL="0" indent="0" algn="ctr">
              <a:buNone/>
            </a:pPr>
            <a:endParaRPr lang="en-US" sz="2000" dirty="0"/>
          </a:p>
        </p:txBody>
      </p:sp>
      <p:sp>
        <p:nvSpPr>
          <p:cNvPr id="64" name="Text 53">
            <a:extLst>
              <a:ext uri="{FF2B5EF4-FFF2-40B4-BE49-F238E27FC236}">
                <a16:creationId xmlns:a16="http://schemas.microsoft.com/office/drawing/2014/main" id="{16DB91DB-1487-678D-3540-2A30385E5D97}"/>
              </a:ext>
            </a:extLst>
          </p:cNvPr>
          <p:cNvSpPr/>
          <p:nvPr/>
        </p:nvSpPr>
        <p:spPr>
          <a:xfrm>
            <a:off x="548640" y="6528816"/>
            <a:ext cx="5486400" cy="256032"/>
          </a:xfrm>
          <a:prstGeom prst="rect">
            <a:avLst/>
          </a:prstGeom>
          <a:noFill/>
          <a:ln/>
        </p:spPr>
        <p:txBody>
          <a:bodyPr wrap="square" rtlCol="0" anchor="ctr"/>
          <a:lstStyle/>
          <a:p>
            <a:pPr marL="0" indent="0">
              <a:buNone/>
            </a:pPr>
            <a:r>
              <a:rPr lang="en-US" sz="850" kern="0" spc="120" dirty="0">
                <a:solidFill>
                  <a:srgbClr val="8A94B0"/>
                </a:solidFill>
                <a:latin typeface="Poppins" pitchFamily="34" charset="0"/>
                <a:ea typeface="Poppins" pitchFamily="34" charset="-122"/>
                <a:cs typeface="Poppins" pitchFamily="34" charset="-120"/>
              </a:rPr>
              <a:t>FINSPARK'26  ·  BANK OF MAHARASHTRA</a:t>
            </a:r>
            <a:endParaRPr lang="en-US" sz="850" dirty="0"/>
          </a:p>
        </p:txBody>
      </p:sp>
      <p:sp>
        <p:nvSpPr>
          <p:cNvPr id="65" name="Text 54">
            <a:extLst>
              <a:ext uri="{FF2B5EF4-FFF2-40B4-BE49-F238E27FC236}">
                <a16:creationId xmlns:a16="http://schemas.microsoft.com/office/drawing/2014/main" id="{35165429-C2B8-2F4D-F7B4-4B558F9960B3}"/>
              </a:ext>
            </a:extLst>
          </p:cNvPr>
          <p:cNvSpPr/>
          <p:nvPr/>
        </p:nvSpPr>
        <p:spPr>
          <a:xfrm>
            <a:off x="11338560" y="6528816"/>
            <a:ext cx="365760" cy="256032"/>
          </a:xfrm>
          <a:prstGeom prst="rect">
            <a:avLst/>
          </a:prstGeom>
          <a:noFill/>
          <a:ln/>
        </p:spPr>
        <p:txBody>
          <a:bodyPr wrap="square" rtlCol="0" anchor="ctr"/>
          <a:lstStyle/>
          <a:p>
            <a:pPr marL="0" indent="0" algn="r">
              <a:buNone/>
            </a:pPr>
            <a:r>
              <a:rPr lang="en-US" sz="900" dirty="0">
                <a:solidFill>
                  <a:srgbClr val="8A94B0"/>
                </a:solidFill>
                <a:latin typeface="IBM Plex Sans" pitchFamily="34" charset="0"/>
                <a:ea typeface="IBM Plex Sans" pitchFamily="34" charset="-122"/>
                <a:cs typeface="IBM Plex Sans" pitchFamily="34" charset="-120"/>
              </a:rPr>
              <a:t>03</a:t>
            </a:r>
            <a:endParaRPr lang="en-US" sz="900" dirty="0"/>
          </a:p>
        </p:txBody>
      </p:sp>
      <p:sp>
        <p:nvSpPr>
          <p:cNvPr id="35" name="Shape 43">
            <a:extLst>
              <a:ext uri="{FF2B5EF4-FFF2-40B4-BE49-F238E27FC236}">
                <a16:creationId xmlns:a16="http://schemas.microsoft.com/office/drawing/2014/main" id="{B8274168-318B-951B-A58D-B2163157982E}"/>
              </a:ext>
            </a:extLst>
          </p:cNvPr>
          <p:cNvSpPr/>
          <p:nvPr/>
        </p:nvSpPr>
        <p:spPr>
          <a:xfrm>
            <a:off x="5585079" y="1677924"/>
            <a:ext cx="4805172" cy="4170426"/>
          </a:xfrm>
          <a:prstGeom prst="roundRect">
            <a:avLst>
              <a:gd name="adj" fmla="val 6000"/>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sp>
        <p:nvSpPr>
          <p:cNvPr id="38" name="TextBox 37">
            <a:extLst>
              <a:ext uri="{FF2B5EF4-FFF2-40B4-BE49-F238E27FC236}">
                <a16:creationId xmlns:a16="http://schemas.microsoft.com/office/drawing/2014/main" id="{A4BFC46F-E2F5-4686-7EC6-AA5AA87B2138}"/>
              </a:ext>
            </a:extLst>
          </p:cNvPr>
          <p:cNvSpPr txBox="1"/>
          <p:nvPr/>
        </p:nvSpPr>
        <p:spPr>
          <a:xfrm>
            <a:off x="6035040" y="2081197"/>
            <a:ext cx="5351431" cy="3416320"/>
          </a:xfrm>
          <a:prstGeom prst="rect">
            <a:avLst/>
          </a:prstGeom>
          <a:noFill/>
        </p:spPr>
        <p:txBody>
          <a:bodyPr wrap="square">
            <a:spAutoFit/>
          </a:bodyPr>
          <a:lstStyle/>
          <a:p>
            <a:pPr marL="285750" indent="-285750">
              <a:buFont typeface="Arial" panose="020B0604020202020204" pitchFamily="34" charset="0"/>
              <a:buChar char="•"/>
            </a:pPr>
            <a:r>
              <a:rPr lang="en-US" sz="1800" b="1" dirty="0">
                <a:solidFill>
                  <a:schemeClr val="bg1"/>
                </a:solidFill>
              </a:rPr>
              <a:t>Role-Based Access Matrix</a:t>
            </a:r>
          </a:p>
          <a:p>
            <a:pPr marL="285750" indent="-285750">
              <a:buFont typeface="Arial" panose="020B0604020202020204" pitchFamily="34" charset="0"/>
              <a:buChar char="•"/>
            </a:pPr>
            <a:endParaRPr lang="en-US" sz="1800" b="1" dirty="0">
              <a:solidFill>
                <a:schemeClr val="bg1"/>
              </a:solidFill>
            </a:endParaRPr>
          </a:p>
          <a:p>
            <a:pPr marL="285750" indent="-285750">
              <a:buFont typeface="Arial" panose="020B0604020202020204" pitchFamily="34" charset="0"/>
              <a:buChar char="•"/>
            </a:pPr>
            <a:r>
              <a:rPr lang="en-US" sz="1800" b="1" dirty="0">
                <a:solidFill>
                  <a:schemeClr val="bg1"/>
                </a:solidFill>
              </a:rPr>
              <a:t>Banking Server Logs</a:t>
            </a:r>
          </a:p>
          <a:p>
            <a:pPr marL="285750" indent="-285750">
              <a:buFont typeface="Arial" panose="020B0604020202020204" pitchFamily="34" charset="0"/>
              <a:buChar char="•"/>
            </a:pPr>
            <a:endParaRPr lang="en-US" sz="1800" b="1" dirty="0">
              <a:solidFill>
                <a:schemeClr val="bg1"/>
              </a:solidFill>
            </a:endParaRPr>
          </a:p>
          <a:p>
            <a:pPr marL="285750" indent="-285750">
              <a:buFont typeface="Arial" panose="020B0604020202020204" pitchFamily="34" charset="0"/>
              <a:buChar char="•"/>
            </a:pPr>
            <a:r>
              <a:rPr lang="en-US" sz="1800" b="1" dirty="0">
                <a:solidFill>
                  <a:schemeClr val="bg1"/>
                </a:solidFill>
              </a:rPr>
              <a:t>AI </a:t>
            </a:r>
            <a:r>
              <a:rPr lang="en-US" sz="1800" b="1" dirty="0" err="1">
                <a:solidFill>
                  <a:schemeClr val="bg1"/>
                </a:solidFill>
              </a:rPr>
              <a:t>Behavioural</a:t>
            </a:r>
            <a:r>
              <a:rPr lang="en-US" sz="1800" b="1" dirty="0">
                <a:solidFill>
                  <a:schemeClr val="bg1"/>
                </a:solidFill>
              </a:rPr>
              <a:t> Training Dataset</a:t>
            </a:r>
          </a:p>
          <a:p>
            <a:pPr marL="285750" indent="-285750">
              <a:buFont typeface="Arial" panose="020B0604020202020204" pitchFamily="34" charset="0"/>
              <a:buChar char="•"/>
            </a:pPr>
            <a:endParaRPr lang="en-US" sz="1800" b="1" dirty="0">
              <a:solidFill>
                <a:schemeClr val="bg1"/>
              </a:solidFill>
            </a:endParaRPr>
          </a:p>
          <a:p>
            <a:pPr marL="285750" indent="-285750">
              <a:buFont typeface="Arial" panose="020B0604020202020204" pitchFamily="34" charset="0"/>
              <a:buChar char="•"/>
            </a:pPr>
            <a:r>
              <a:rPr lang="en-US" sz="1800" b="1" dirty="0">
                <a:solidFill>
                  <a:schemeClr val="bg1"/>
                </a:solidFill>
              </a:rPr>
              <a:t>Secure Mobile Application</a:t>
            </a:r>
          </a:p>
          <a:p>
            <a:pPr marL="285750" indent="-285750">
              <a:buFont typeface="Arial" panose="020B0604020202020204" pitchFamily="34" charset="0"/>
              <a:buChar char="•"/>
            </a:pPr>
            <a:endParaRPr lang="en-US" sz="1800" b="1" dirty="0">
              <a:solidFill>
                <a:schemeClr val="bg1"/>
              </a:solidFill>
            </a:endParaRPr>
          </a:p>
          <a:p>
            <a:pPr marL="285750" indent="-285750">
              <a:buFont typeface="Arial" panose="020B0604020202020204" pitchFamily="34" charset="0"/>
              <a:buChar char="•"/>
            </a:pPr>
            <a:r>
              <a:rPr lang="en-US" sz="1800" b="1" dirty="0">
                <a:solidFill>
                  <a:schemeClr val="bg1"/>
                </a:solidFill>
              </a:rPr>
              <a:t>SOC Dashboard</a:t>
            </a:r>
          </a:p>
          <a:p>
            <a:pPr marL="285750" indent="-285750">
              <a:buFont typeface="Arial" panose="020B0604020202020204" pitchFamily="34" charset="0"/>
              <a:buChar char="•"/>
            </a:pPr>
            <a:endParaRPr lang="en-US" sz="1800" b="1" dirty="0">
              <a:solidFill>
                <a:schemeClr val="bg1"/>
              </a:solidFill>
            </a:endParaRPr>
          </a:p>
          <a:p>
            <a:pPr marL="285750" indent="-285750">
              <a:buFont typeface="Arial" panose="020B0604020202020204" pitchFamily="34" charset="0"/>
              <a:buChar char="•"/>
            </a:pPr>
            <a:r>
              <a:rPr lang="en-US" sz="1800" b="1" dirty="0">
                <a:solidFill>
                  <a:schemeClr val="bg1"/>
                </a:solidFill>
              </a:rPr>
              <a:t>Quantum-safe encryption library</a:t>
            </a:r>
          </a:p>
          <a:p>
            <a:r>
              <a:rPr lang="en-US" b="1" dirty="0">
                <a:solidFill>
                  <a:schemeClr val="bg1"/>
                </a:solidFill>
              </a:rPr>
              <a:t>    </a:t>
            </a:r>
            <a:r>
              <a:rPr lang="en-US" sz="1800" b="1" dirty="0">
                <a:solidFill>
                  <a:schemeClr val="bg1"/>
                </a:solidFill>
              </a:rPr>
              <a:t> (Kyber/</a:t>
            </a:r>
            <a:r>
              <a:rPr lang="en-US" sz="1800" b="1" dirty="0" err="1">
                <a:solidFill>
                  <a:schemeClr val="bg1"/>
                </a:solidFill>
              </a:rPr>
              <a:t>Dilithium</a:t>
            </a:r>
            <a:r>
              <a:rPr lang="en-US" sz="1800" b="1" dirty="0">
                <a:solidFill>
                  <a:schemeClr val="bg1"/>
                </a:solidFill>
              </a:rPr>
              <a:t> simulation)</a:t>
            </a:r>
          </a:p>
        </p:txBody>
      </p:sp>
    </p:spTree>
    <p:extLst>
      <p:ext uri="{BB962C8B-B14F-4D97-AF65-F5344CB8AC3E}">
        <p14:creationId xmlns:p14="http://schemas.microsoft.com/office/powerpoint/2010/main" val="2924657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0B132B"/>
        </a:solidFill>
        <a:effectLst/>
      </p:bgPr>
    </p:bg>
    <p:spTree>
      <p:nvGrpSpPr>
        <p:cNvPr id="1" name=""/>
        <p:cNvGrpSpPr/>
        <p:nvPr/>
      </p:nvGrpSpPr>
      <p:grpSpPr>
        <a:xfrm>
          <a:off x="0" y="0"/>
          <a:ext cx="0" cy="0"/>
          <a:chOff x="0" y="0"/>
          <a:chExt cx="0" cy="0"/>
        </a:xfrm>
      </p:grpSpPr>
      <p:sp>
        <p:nvSpPr>
          <p:cNvPr id="69" name="Shape 43">
            <a:extLst>
              <a:ext uri="{FF2B5EF4-FFF2-40B4-BE49-F238E27FC236}">
                <a16:creationId xmlns:a16="http://schemas.microsoft.com/office/drawing/2014/main" id="{C87F370E-37BA-20C6-C041-3EBAA7F66ED7}"/>
              </a:ext>
            </a:extLst>
          </p:cNvPr>
          <p:cNvSpPr/>
          <p:nvPr/>
        </p:nvSpPr>
        <p:spPr>
          <a:xfrm>
            <a:off x="374904" y="1677924"/>
            <a:ext cx="4805172" cy="4170426"/>
          </a:xfrm>
          <a:prstGeom prst="roundRect">
            <a:avLst>
              <a:gd name="adj" fmla="val 6000"/>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sp>
        <p:nvSpPr>
          <p:cNvPr id="67" name="Shape 49">
            <a:extLst>
              <a:ext uri="{FF2B5EF4-FFF2-40B4-BE49-F238E27FC236}">
                <a16:creationId xmlns:a16="http://schemas.microsoft.com/office/drawing/2014/main" id="{EEC5C72B-0520-50F7-5026-B583F7657B81}"/>
              </a:ext>
            </a:extLst>
          </p:cNvPr>
          <p:cNvSpPr/>
          <p:nvPr/>
        </p:nvSpPr>
        <p:spPr>
          <a:xfrm>
            <a:off x="8977122" y="4777740"/>
            <a:ext cx="2697480" cy="1371600"/>
          </a:xfrm>
          <a:prstGeom prst="roundRect">
            <a:avLst>
              <a:gd name="adj" fmla="val 6000"/>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sp>
        <p:nvSpPr>
          <p:cNvPr id="2" name="Shape 0"/>
          <p:cNvSpPr/>
          <p:nvPr/>
        </p:nvSpPr>
        <p:spPr>
          <a:xfrm>
            <a:off x="9692640" y="-2103120"/>
            <a:ext cx="5029200" cy="5029200"/>
          </a:xfrm>
          <a:prstGeom prst="ellipse">
            <a:avLst/>
          </a:prstGeom>
          <a:solidFill>
            <a:srgbClr val="00C2FF">
              <a:alpha val="8000"/>
            </a:srgbClr>
          </a:solidFill>
          <a:ln/>
        </p:spPr>
        <p:txBody>
          <a:bodyPr/>
          <a:lstStyle/>
          <a:p>
            <a:endParaRPr lang="en-IN"/>
          </a:p>
        </p:txBody>
      </p:sp>
      <p:sp>
        <p:nvSpPr>
          <p:cNvPr id="3" name="Shape 1"/>
          <p:cNvSpPr/>
          <p:nvPr/>
        </p:nvSpPr>
        <p:spPr>
          <a:xfrm>
            <a:off x="-2011680" y="4572000"/>
            <a:ext cx="4754880" cy="4754880"/>
          </a:xfrm>
          <a:prstGeom prst="ellipse">
            <a:avLst/>
          </a:prstGeom>
          <a:solidFill>
            <a:srgbClr val="00C2FF">
              <a:alpha val="6000"/>
            </a:srgbClr>
          </a:solidFill>
          <a:ln/>
        </p:spPr>
        <p:txBody>
          <a:bodyPr/>
          <a:lstStyle/>
          <a:p>
            <a:endParaRPr lang="en-IN"/>
          </a:p>
        </p:txBody>
      </p:sp>
      <p:sp>
        <p:nvSpPr>
          <p:cNvPr id="4" name="Shape 2"/>
          <p:cNvSpPr/>
          <p:nvPr/>
        </p:nvSpPr>
        <p:spPr>
          <a:xfrm>
            <a:off x="365760" y="256032"/>
            <a:ext cx="32004" cy="32004"/>
          </a:xfrm>
          <a:prstGeom prst="ellipse">
            <a:avLst/>
          </a:prstGeom>
          <a:solidFill>
            <a:srgbClr val="00C2FF">
              <a:alpha val="45000"/>
            </a:srgbClr>
          </a:solidFill>
          <a:ln/>
        </p:spPr>
        <p:txBody>
          <a:bodyPr/>
          <a:lstStyle/>
          <a:p>
            <a:endParaRPr lang="en-IN"/>
          </a:p>
        </p:txBody>
      </p:sp>
      <p:sp>
        <p:nvSpPr>
          <p:cNvPr id="5" name="Shape 3"/>
          <p:cNvSpPr/>
          <p:nvPr/>
        </p:nvSpPr>
        <p:spPr>
          <a:xfrm>
            <a:off x="1234440" y="256032"/>
            <a:ext cx="32004" cy="32004"/>
          </a:xfrm>
          <a:prstGeom prst="ellipse">
            <a:avLst/>
          </a:prstGeom>
          <a:solidFill>
            <a:srgbClr val="00C2FF">
              <a:alpha val="45000"/>
            </a:srgbClr>
          </a:solidFill>
          <a:ln/>
        </p:spPr>
        <p:txBody>
          <a:bodyPr/>
          <a:lstStyle/>
          <a:p>
            <a:endParaRPr lang="en-IN"/>
          </a:p>
        </p:txBody>
      </p:sp>
      <p:sp>
        <p:nvSpPr>
          <p:cNvPr id="6" name="Shape 4"/>
          <p:cNvSpPr/>
          <p:nvPr/>
        </p:nvSpPr>
        <p:spPr>
          <a:xfrm>
            <a:off x="2103120" y="256032"/>
            <a:ext cx="32004" cy="32004"/>
          </a:xfrm>
          <a:prstGeom prst="ellipse">
            <a:avLst/>
          </a:prstGeom>
          <a:solidFill>
            <a:srgbClr val="00C2FF">
              <a:alpha val="45000"/>
            </a:srgbClr>
          </a:solidFill>
          <a:ln/>
        </p:spPr>
        <p:txBody>
          <a:bodyPr/>
          <a:lstStyle/>
          <a:p>
            <a:endParaRPr lang="en-IN"/>
          </a:p>
        </p:txBody>
      </p:sp>
      <p:sp>
        <p:nvSpPr>
          <p:cNvPr id="7" name="Shape 5"/>
          <p:cNvSpPr/>
          <p:nvPr/>
        </p:nvSpPr>
        <p:spPr>
          <a:xfrm>
            <a:off x="2971800" y="256032"/>
            <a:ext cx="32004" cy="32004"/>
          </a:xfrm>
          <a:prstGeom prst="ellipse">
            <a:avLst/>
          </a:prstGeom>
          <a:solidFill>
            <a:srgbClr val="00C2FF">
              <a:alpha val="45000"/>
            </a:srgbClr>
          </a:solidFill>
          <a:ln/>
        </p:spPr>
        <p:txBody>
          <a:bodyPr/>
          <a:lstStyle/>
          <a:p>
            <a:endParaRPr lang="en-IN"/>
          </a:p>
        </p:txBody>
      </p:sp>
      <p:sp>
        <p:nvSpPr>
          <p:cNvPr id="8" name="Shape 6"/>
          <p:cNvSpPr/>
          <p:nvPr/>
        </p:nvSpPr>
        <p:spPr>
          <a:xfrm>
            <a:off x="3840480" y="256032"/>
            <a:ext cx="32004" cy="32004"/>
          </a:xfrm>
          <a:prstGeom prst="ellipse">
            <a:avLst/>
          </a:prstGeom>
          <a:solidFill>
            <a:srgbClr val="00C2FF">
              <a:alpha val="45000"/>
            </a:srgbClr>
          </a:solidFill>
          <a:ln/>
        </p:spPr>
        <p:txBody>
          <a:bodyPr/>
          <a:lstStyle/>
          <a:p>
            <a:endParaRPr lang="en-IN"/>
          </a:p>
        </p:txBody>
      </p:sp>
      <p:sp>
        <p:nvSpPr>
          <p:cNvPr id="9" name="Shape 7"/>
          <p:cNvSpPr/>
          <p:nvPr/>
        </p:nvSpPr>
        <p:spPr>
          <a:xfrm>
            <a:off x="4709160" y="256032"/>
            <a:ext cx="32004" cy="32004"/>
          </a:xfrm>
          <a:prstGeom prst="ellipse">
            <a:avLst/>
          </a:prstGeom>
          <a:solidFill>
            <a:srgbClr val="00C2FF">
              <a:alpha val="45000"/>
            </a:srgbClr>
          </a:solidFill>
          <a:ln/>
        </p:spPr>
        <p:txBody>
          <a:bodyPr/>
          <a:lstStyle/>
          <a:p>
            <a:endParaRPr lang="en-IN"/>
          </a:p>
        </p:txBody>
      </p:sp>
      <p:sp>
        <p:nvSpPr>
          <p:cNvPr id="10" name="Shape 8"/>
          <p:cNvSpPr/>
          <p:nvPr/>
        </p:nvSpPr>
        <p:spPr>
          <a:xfrm>
            <a:off x="5577840" y="256032"/>
            <a:ext cx="32004" cy="32004"/>
          </a:xfrm>
          <a:prstGeom prst="ellipse">
            <a:avLst/>
          </a:prstGeom>
          <a:solidFill>
            <a:srgbClr val="00C2FF">
              <a:alpha val="45000"/>
            </a:srgbClr>
          </a:solidFill>
          <a:ln/>
        </p:spPr>
        <p:txBody>
          <a:bodyPr/>
          <a:lstStyle/>
          <a:p>
            <a:endParaRPr lang="en-IN"/>
          </a:p>
        </p:txBody>
      </p:sp>
      <p:sp>
        <p:nvSpPr>
          <p:cNvPr id="11" name="Shape 9"/>
          <p:cNvSpPr/>
          <p:nvPr/>
        </p:nvSpPr>
        <p:spPr>
          <a:xfrm>
            <a:off x="6446520" y="256032"/>
            <a:ext cx="32004" cy="32004"/>
          </a:xfrm>
          <a:prstGeom prst="ellipse">
            <a:avLst/>
          </a:prstGeom>
          <a:solidFill>
            <a:srgbClr val="00C2FF">
              <a:alpha val="45000"/>
            </a:srgbClr>
          </a:solidFill>
          <a:ln/>
        </p:spPr>
        <p:txBody>
          <a:bodyPr/>
          <a:lstStyle/>
          <a:p>
            <a:endParaRPr lang="en-IN"/>
          </a:p>
        </p:txBody>
      </p:sp>
      <p:sp>
        <p:nvSpPr>
          <p:cNvPr id="12" name="Shape 10"/>
          <p:cNvSpPr/>
          <p:nvPr/>
        </p:nvSpPr>
        <p:spPr>
          <a:xfrm>
            <a:off x="7315200" y="256032"/>
            <a:ext cx="32004" cy="32004"/>
          </a:xfrm>
          <a:prstGeom prst="ellipse">
            <a:avLst/>
          </a:prstGeom>
          <a:solidFill>
            <a:srgbClr val="00C2FF">
              <a:alpha val="45000"/>
            </a:srgbClr>
          </a:solidFill>
          <a:ln/>
        </p:spPr>
        <p:txBody>
          <a:bodyPr/>
          <a:lstStyle/>
          <a:p>
            <a:endParaRPr lang="en-IN"/>
          </a:p>
        </p:txBody>
      </p:sp>
      <p:sp>
        <p:nvSpPr>
          <p:cNvPr id="13" name="Shape 11"/>
          <p:cNvSpPr/>
          <p:nvPr/>
        </p:nvSpPr>
        <p:spPr>
          <a:xfrm>
            <a:off x="8183880" y="256032"/>
            <a:ext cx="32004" cy="32004"/>
          </a:xfrm>
          <a:prstGeom prst="ellipse">
            <a:avLst/>
          </a:prstGeom>
          <a:solidFill>
            <a:srgbClr val="00C2FF">
              <a:alpha val="45000"/>
            </a:srgbClr>
          </a:solidFill>
          <a:ln/>
        </p:spPr>
        <p:txBody>
          <a:bodyPr/>
          <a:lstStyle/>
          <a:p>
            <a:endParaRPr lang="en-IN"/>
          </a:p>
        </p:txBody>
      </p:sp>
      <p:sp>
        <p:nvSpPr>
          <p:cNvPr id="14" name="Shape 12"/>
          <p:cNvSpPr/>
          <p:nvPr/>
        </p:nvSpPr>
        <p:spPr>
          <a:xfrm>
            <a:off x="9052560" y="256032"/>
            <a:ext cx="32004" cy="32004"/>
          </a:xfrm>
          <a:prstGeom prst="ellipse">
            <a:avLst/>
          </a:prstGeom>
          <a:solidFill>
            <a:srgbClr val="00C2FF">
              <a:alpha val="45000"/>
            </a:srgbClr>
          </a:solidFill>
          <a:ln/>
        </p:spPr>
        <p:txBody>
          <a:bodyPr/>
          <a:lstStyle/>
          <a:p>
            <a:endParaRPr lang="en-IN"/>
          </a:p>
        </p:txBody>
      </p:sp>
      <p:sp>
        <p:nvSpPr>
          <p:cNvPr id="15" name="Shape 13"/>
          <p:cNvSpPr/>
          <p:nvPr/>
        </p:nvSpPr>
        <p:spPr>
          <a:xfrm>
            <a:off x="9921240" y="256032"/>
            <a:ext cx="32004" cy="32004"/>
          </a:xfrm>
          <a:prstGeom prst="ellipse">
            <a:avLst/>
          </a:prstGeom>
          <a:solidFill>
            <a:srgbClr val="00C2FF">
              <a:alpha val="45000"/>
            </a:srgbClr>
          </a:solidFill>
          <a:ln/>
        </p:spPr>
        <p:txBody>
          <a:bodyPr/>
          <a:lstStyle/>
          <a:p>
            <a:endParaRPr lang="en-IN"/>
          </a:p>
        </p:txBody>
      </p:sp>
      <p:sp>
        <p:nvSpPr>
          <p:cNvPr id="16" name="Shape 14"/>
          <p:cNvSpPr/>
          <p:nvPr/>
        </p:nvSpPr>
        <p:spPr>
          <a:xfrm>
            <a:off x="10789920" y="256032"/>
            <a:ext cx="32004" cy="32004"/>
          </a:xfrm>
          <a:prstGeom prst="ellipse">
            <a:avLst/>
          </a:prstGeom>
          <a:solidFill>
            <a:srgbClr val="00C2FF">
              <a:alpha val="45000"/>
            </a:srgbClr>
          </a:solidFill>
          <a:ln/>
        </p:spPr>
        <p:txBody>
          <a:bodyPr/>
          <a:lstStyle/>
          <a:p>
            <a:endParaRPr lang="en-IN"/>
          </a:p>
        </p:txBody>
      </p:sp>
      <p:sp>
        <p:nvSpPr>
          <p:cNvPr id="17" name="Shape 15"/>
          <p:cNvSpPr/>
          <p:nvPr/>
        </p:nvSpPr>
        <p:spPr>
          <a:xfrm>
            <a:off x="11658600" y="256032"/>
            <a:ext cx="32004" cy="32004"/>
          </a:xfrm>
          <a:prstGeom prst="ellipse">
            <a:avLst/>
          </a:prstGeom>
          <a:solidFill>
            <a:srgbClr val="00C2FF">
              <a:alpha val="45000"/>
            </a:srgbClr>
          </a:solidFill>
          <a:ln/>
        </p:spPr>
        <p:txBody>
          <a:bodyPr/>
          <a:lstStyle/>
          <a:p>
            <a:endParaRPr lang="en-IN"/>
          </a:p>
        </p:txBody>
      </p:sp>
      <p:sp>
        <p:nvSpPr>
          <p:cNvPr id="18" name="Shape 16"/>
          <p:cNvSpPr/>
          <p:nvPr/>
        </p:nvSpPr>
        <p:spPr>
          <a:xfrm>
            <a:off x="365760" y="6601968"/>
            <a:ext cx="32004" cy="32004"/>
          </a:xfrm>
          <a:prstGeom prst="ellipse">
            <a:avLst/>
          </a:prstGeom>
          <a:solidFill>
            <a:srgbClr val="00C2FF">
              <a:alpha val="45000"/>
            </a:srgbClr>
          </a:solidFill>
          <a:ln/>
        </p:spPr>
        <p:txBody>
          <a:bodyPr/>
          <a:lstStyle/>
          <a:p>
            <a:endParaRPr lang="en-IN"/>
          </a:p>
        </p:txBody>
      </p:sp>
      <p:sp>
        <p:nvSpPr>
          <p:cNvPr id="19" name="Shape 17"/>
          <p:cNvSpPr/>
          <p:nvPr/>
        </p:nvSpPr>
        <p:spPr>
          <a:xfrm>
            <a:off x="1234440" y="6601968"/>
            <a:ext cx="32004" cy="32004"/>
          </a:xfrm>
          <a:prstGeom prst="ellipse">
            <a:avLst/>
          </a:prstGeom>
          <a:solidFill>
            <a:srgbClr val="00C2FF">
              <a:alpha val="45000"/>
            </a:srgbClr>
          </a:solidFill>
          <a:ln/>
        </p:spPr>
        <p:txBody>
          <a:bodyPr/>
          <a:lstStyle/>
          <a:p>
            <a:endParaRPr lang="en-IN"/>
          </a:p>
        </p:txBody>
      </p:sp>
      <p:sp>
        <p:nvSpPr>
          <p:cNvPr id="20" name="Shape 18"/>
          <p:cNvSpPr/>
          <p:nvPr/>
        </p:nvSpPr>
        <p:spPr>
          <a:xfrm>
            <a:off x="2103120" y="6601968"/>
            <a:ext cx="32004" cy="32004"/>
          </a:xfrm>
          <a:prstGeom prst="ellipse">
            <a:avLst/>
          </a:prstGeom>
          <a:solidFill>
            <a:srgbClr val="00C2FF">
              <a:alpha val="45000"/>
            </a:srgbClr>
          </a:solidFill>
          <a:ln/>
        </p:spPr>
        <p:txBody>
          <a:bodyPr/>
          <a:lstStyle/>
          <a:p>
            <a:endParaRPr lang="en-IN"/>
          </a:p>
        </p:txBody>
      </p:sp>
      <p:sp>
        <p:nvSpPr>
          <p:cNvPr id="21" name="Shape 19"/>
          <p:cNvSpPr/>
          <p:nvPr/>
        </p:nvSpPr>
        <p:spPr>
          <a:xfrm>
            <a:off x="2971800" y="6601968"/>
            <a:ext cx="32004" cy="32004"/>
          </a:xfrm>
          <a:prstGeom prst="ellipse">
            <a:avLst/>
          </a:prstGeom>
          <a:solidFill>
            <a:srgbClr val="00C2FF">
              <a:alpha val="45000"/>
            </a:srgbClr>
          </a:solidFill>
          <a:ln/>
        </p:spPr>
        <p:txBody>
          <a:bodyPr/>
          <a:lstStyle/>
          <a:p>
            <a:endParaRPr lang="en-IN"/>
          </a:p>
        </p:txBody>
      </p:sp>
      <p:sp>
        <p:nvSpPr>
          <p:cNvPr id="22" name="Shape 20"/>
          <p:cNvSpPr/>
          <p:nvPr/>
        </p:nvSpPr>
        <p:spPr>
          <a:xfrm>
            <a:off x="3840480" y="6601968"/>
            <a:ext cx="32004" cy="32004"/>
          </a:xfrm>
          <a:prstGeom prst="ellipse">
            <a:avLst/>
          </a:prstGeom>
          <a:solidFill>
            <a:srgbClr val="00C2FF">
              <a:alpha val="45000"/>
            </a:srgbClr>
          </a:solidFill>
          <a:ln/>
        </p:spPr>
        <p:txBody>
          <a:bodyPr/>
          <a:lstStyle/>
          <a:p>
            <a:endParaRPr lang="en-IN"/>
          </a:p>
        </p:txBody>
      </p:sp>
      <p:sp>
        <p:nvSpPr>
          <p:cNvPr id="23" name="Shape 21"/>
          <p:cNvSpPr/>
          <p:nvPr/>
        </p:nvSpPr>
        <p:spPr>
          <a:xfrm>
            <a:off x="4709160" y="6601968"/>
            <a:ext cx="32004" cy="32004"/>
          </a:xfrm>
          <a:prstGeom prst="ellipse">
            <a:avLst/>
          </a:prstGeom>
          <a:solidFill>
            <a:srgbClr val="00C2FF">
              <a:alpha val="45000"/>
            </a:srgbClr>
          </a:solidFill>
          <a:ln/>
        </p:spPr>
        <p:txBody>
          <a:bodyPr/>
          <a:lstStyle/>
          <a:p>
            <a:endParaRPr lang="en-IN"/>
          </a:p>
        </p:txBody>
      </p:sp>
      <p:sp>
        <p:nvSpPr>
          <p:cNvPr id="24" name="Shape 22"/>
          <p:cNvSpPr/>
          <p:nvPr/>
        </p:nvSpPr>
        <p:spPr>
          <a:xfrm>
            <a:off x="5577840" y="6601968"/>
            <a:ext cx="32004" cy="32004"/>
          </a:xfrm>
          <a:prstGeom prst="ellipse">
            <a:avLst/>
          </a:prstGeom>
          <a:solidFill>
            <a:srgbClr val="00C2FF">
              <a:alpha val="45000"/>
            </a:srgbClr>
          </a:solidFill>
          <a:ln/>
        </p:spPr>
        <p:txBody>
          <a:bodyPr/>
          <a:lstStyle/>
          <a:p>
            <a:endParaRPr lang="en-IN"/>
          </a:p>
        </p:txBody>
      </p:sp>
      <p:sp>
        <p:nvSpPr>
          <p:cNvPr id="25" name="Shape 23"/>
          <p:cNvSpPr/>
          <p:nvPr/>
        </p:nvSpPr>
        <p:spPr>
          <a:xfrm>
            <a:off x="6446520" y="6601968"/>
            <a:ext cx="32004" cy="32004"/>
          </a:xfrm>
          <a:prstGeom prst="ellipse">
            <a:avLst/>
          </a:prstGeom>
          <a:solidFill>
            <a:srgbClr val="00C2FF">
              <a:alpha val="45000"/>
            </a:srgbClr>
          </a:solidFill>
          <a:ln/>
        </p:spPr>
        <p:txBody>
          <a:bodyPr/>
          <a:lstStyle/>
          <a:p>
            <a:endParaRPr lang="en-IN"/>
          </a:p>
        </p:txBody>
      </p:sp>
      <p:sp>
        <p:nvSpPr>
          <p:cNvPr id="26" name="Shape 24"/>
          <p:cNvSpPr/>
          <p:nvPr/>
        </p:nvSpPr>
        <p:spPr>
          <a:xfrm>
            <a:off x="7315200" y="6601968"/>
            <a:ext cx="32004" cy="32004"/>
          </a:xfrm>
          <a:prstGeom prst="ellipse">
            <a:avLst/>
          </a:prstGeom>
          <a:solidFill>
            <a:srgbClr val="00C2FF">
              <a:alpha val="45000"/>
            </a:srgbClr>
          </a:solidFill>
          <a:ln/>
        </p:spPr>
        <p:txBody>
          <a:bodyPr/>
          <a:lstStyle/>
          <a:p>
            <a:endParaRPr lang="en-IN"/>
          </a:p>
        </p:txBody>
      </p:sp>
      <p:sp>
        <p:nvSpPr>
          <p:cNvPr id="27" name="Shape 25"/>
          <p:cNvSpPr/>
          <p:nvPr/>
        </p:nvSpPr>
        <p:spPr>
          <a:xfrm>
            <a:off x="8183880" y="6601968"/>
            <a:ext cx="32004" cy="32004"/>
          </a:xfrm>
          <a:prstGeom prst="ellipse">
            <a:avLst/>
          </a:prstGeom>
          <a:solidFill>
            <a:srgbClr val="00C2FF">
              <a:alpha val="45000"/>
            </a:srgbClr>
          </a:solidFill>
          <a:ln/>
        </p:spPr>
        <p:txBody>
          <a:bodyPr/>
          <a:lstStyle/>
          <a:p>
            <a:endParaRPr lang="en-IN"/>
          </a:p>
        </p:txBody>
      </p:sp>
      <p:sp>
        <p:nvSpPr>
          <p:cNvPr id="28" name="Shape 26"/>
          <p:cNvSpPr/>
          <p:nvPr/>
        </p:nvSpPr>
        <p:spPr>
          <a:xfrm>
            <a:off x="9052560" y="6601968"/>
            <a:ext cx="32004" cy="32004"/>
          </a:xfrm>
          <a:prstGeom prst="ellipse">
            <a:avLst/>
          </a:prstGeom>
          <a:solidFill>
            <a:srgbClr val="00C2FF">
              <a:alpha val="45000"/>
            </a:srgbClr>
          </a:solidFill>
          <a:ln/>
        </p:spPr>
        <p:txBody>
          <a:bodyPr/>
          <a:lstStyle/>
          <a:p>
            <a:endParaRPr lang="en-IN"/>
          </a:p>
        </p:txBody>
      </p:sp>
      <p:sp>
        <p:nvSpPr>
          <p:cNvPr id="29" name="Shape 27"/>
          <p:cNvSpPr/>
          <p:nvPr/>
        </p:nvSpPr>
        <p:spPr>
          <a:xfrm>
            <a:off x="9921240" y="6601968"/>
            <a:ext cx="32004" cy="32004"/>
          </a:xfrm>
          <a:prstGeom prst="ellipse">
            <a:avLst/>
          </a:prstGeom>
          <a:solidFill>
            <a:srgbClr val="00C2FF">
              <a:alpha val="45000"/>
            </a:srgbClr>
          </a:solidFill>
          <a:ln/>
        </p:spPr>
        <p:txBody>
          <a:bodyPr/>
          <a:lstStyle/>
          <a:p>
            <a:endParaRPr lang="en-IN"/>
          </a:p>
        </p:txBody>
      </p:sp>
      <p:sp>
        <p:nvSpPr>
          <p:cNvPr id="30" name="Shape 28"/>
          <p:cNvSpPr/>
          <p:nvPr/>
        </p:nvSpPr>
        <p:spPr>
          <a:xfrm>
            <a:off x="10789920" y="6601968"/>
            <a:ext cx="32004" cy="32004"/>
          </a:xfrm>
          <a:prstGeom prst="ellipse">
            <a:avLst/>
          </a:prstGeom>
          <a:solidFill>
            <a:srgbClr val="00C2FF">
              <a:alpha val="45000"/>
            </a:srgbClr>
          </a:solidFill>
          <a:ln/>
        </p:spPr>
        <p:txBody>
          <a:bodyPr/>
          <a:lstStyle/>
          <a:p>
            <a:endParaRPr lang="en-IN"/>
          </a:p>
        </p:txBody>
      </p:sp>
      <p:sp>
        <p:nvSpPr>
          <p:cNvPr id="31" name="Shape 29"/>
          <p:cNvSpPr/>
          <p:nvPr/>
        </p:nvSpPr>
        <p:spPr>
          <a:xfrm>
            <a:off x="11658600" y="6601968"/>
            <a:ext cx="32004" cy="32004"/>
          </a:xfrm>
          <a:prstGeom prst="ellipse">
            <a:avLst/>
          </a:prstGeom>
          <a:solidFill>
            <a:srgbClr val="00C2FF">
              <a:alpha val="45000"/>
            </a:srgbClr>
          </a:solidFill>
          <a:ln/>
        </p:spPr>
        <p:txBody>
          <a:bodyPr/>
          <a:lstStyle/>
          <a:p>
            <a:endParaRPr lang="en-IN"/>
          </a:p>
        </p:txBody>
      </p:sp>
      <p:sp>
        <p:nvSpPr>
          <p:cNvPr id="32" name="Text 30"/>
          <p:cNvSpPr/>
          <p:nvPr/>
        </p:nvSpPr>
        <p:spPr>
          <a:xfrm>
            <a:off x="548640" y="384048"/>
            <a:ext cx="7315200" cy="274320"/>
          </a:xfrm>
          <a:prstGeom prst="rect">
            <a:avLst/>
          </a:prstGeom>
          <a:noFill/>
          <a:ln/>
        </p:spPr>
        <p:txBody>
          <a:bodyPr wrap="square" rtlCol="0" anchor="ctr"/>
          <a:lstStyle/>
          <a:p>
            <a:pPr marL="0" indent="0">
              <a:buNone/>
            </a:pPr>
            <a:r>
              <a:rPr lang="en-US" sz="1100" b="1" kern="0" spc="200" dirty="0">
                <a:solidFill>
                  <a:srgbClr val="00C2FF"/>
                </a:solidFill>
                <a:latin typeface="Poppins" pitchFamily="34" charset="0"/>
                <a:ea typeface="Poppins" pitchFamily="34" charset="-122"/>
                <a:cs typeface="Poppins" pitchFamily="34" charset="-120"/>
              </a:rPr>
              <a:t>THE PROBLEM SPACE</a:t>
            </a:r>
            <a:endParaRPr lang="en-US" sz="1100" dirty="0"/>
          </a:p>
        </p:txBody>
      </p:sp>
      <p:sp>
        <p:nvSpPr>
          <p:cNvPr id="33" name="Text 3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FFFFFF"/>
                </a:solidFill>
                <a:latin typeface="Montserrat" pitchFamily="34" charset="0"/>
                <a:ea typeface="Montserrat" pitchFamily="34" charset="-122"/>
                <a:cs typeface="Montserrat" pitchFamily="34" charset="-120"/>
              </a:rPr>
              <a:t>The Current Challenges</a:t>
            </a:r>
            <a:endParaRPr lang="en-US" sz="3000" dirty="0"/>
          </a:p>
        </p:txBody>
      </p:sp>
      <p:sp>
        <p:nvSpPr>
          <p:cNvPr id="36" name="Text 33"/>
          <p:cNvSpPr/>
          <p:nvPr/>
        </p:nvSpPr>
        <p:spPr>
          <a:xfrm>
            <a:off x="693419" y="1387602"/>
            <a:ext cx="4154805" cy="4812030"/>
          </a:xfrm>
          <a:prstGeom prst="rect">
            <a:avLst/>
          </a:prstGeom>
          <a:noFill/>
          <a:ln/>
        </p:spPr>
        <p:txBody>
          <a:bodyPr wrap="square" rtlCol="0" anchor="ctr"/>
          <a:lstStyle/>
          <a:p>
            <a:r>
              <a:rPr lang="en-US" b="1" dirty="0">
                <a:solidFill>
                  <a:schemeClr val="bg1"/>
                </a:solidFill>
              </a:rPr>
              <a:t>Banks rely on privileged employees such as database administrators, IT teams, and system operators who have access to highly sensitive customer and financial data. Traditional security solutions mainly focus on external cyberattacks, while insider threats often remain undetected due to excessive privileges, lack of business context, and fragmented monitoring systems. As a result, unauthorized access, data leakage, fraud, and delayed investigations become major security concerns.</a:t>
            </a:r>
          </a:p>
        </p:txBody>
      </p:sp>
      <p:sp>
        <p:nvSpPr>
          <p:cNvPr id="41" name="Text 37"/>
          <p:cNvSpPr/>
          <p:nvPr/>
        </p:nvSpPr>
        <p:spPr>
          <a:xfrm>
            <a:off x="1074420" y="3675888"/>
            <a:ext cx="274320" cy="457200"/>
          </a:xfrm>
          <a:prstGeom prst="rect">
            <a:avLst/>
          </a:prstGeom>
          <a:noFill/>
          <a:ln/>
        </p:spPr>
        <p:txBody>
          <a:bodyPr wrap="square" rtlCol="0" anchor="ctr"/>
          <a:lstStyle/>
          <a:p>
            <a:pPr marL="0" indent="0" algn="ctr">
              <a:buNone/>
            </a:pPr>
            <a:endParaRPr lang="en-US" sz="2000" dirty="0"/>
          </a:p>
        </p:txBody>
      </p:sp>
      <p:sp>
        <p:nvSpPr>
          <p:cNvPr id="44" name="Text 39"/>
          <p:cNvSpPr/>
          <p:nvPr/>
        </p:nvSpPr>
        <p:spPr>
          <a:xfrm>
            <a:off x="3703320" y="4413123"/>
            <a:ext cx="2743200" cy="411480"/>
          </a:xfrm>
          <a:prstGeom prst="rect">
            <a:avLst/>
          </a:prstGeom>
          <a:noFill/>
          <a:ln/>
        </p:spPr>
        <p:txBody>
          <a:bodyPr wrap="square" rtlCol="0" anchor="ctr"/>
          <a:lstStyle/>
          <a:p>
            <a:pPr marL="0" indent="0">
              <a:buNone/>
            </a:pPr>
            <a:endParaRPr lang="en-US" sz="1350" dirty="0"/>
          </a:p>
        </p:txBody>
      </p:sp>
      <p:sp>
        <p:nvSpPr>
          <p:cNvPr id="45" name="Text 40"/>
          <p:cNvSpPr/>
          <p:nvPr/>
        </p:nvSpPr>
        <p:spPr>
          <a:xfrm>
            <a:off x="1074420" y="4956048"/>
            <a:ext cx="274320" cy="457200"/>
          </a:xfrm>
          <a:prstGeom prst="rect">
            <a:avLst/>
          </a:prstGeom>
          <a:noFill/>
          <a:ln/>
        </p:spPr>
        <p:txBody>
          <a:bodyPr wrap="square" rtlCol="0" anchor="ctr"/>
          <a:lstStyle/>
          <a:p>
            <a:pPr marL="0" indent="0" algn="ctr">
              <a:buNone/>
            </a:pPr>
            <a:endParaRPr lang="en-US" sz="2000" dirty="0"/>
          </a:p>
        </p:txBody>
      </p:sp>
      <p:pic>
        <p:nvPicPr>
          <p:cNvPr id="47" name="Image 3" descr="/home/claude/insight_deck/icons/alerttriangle_red.png"/>
          <p:cNvPicPr>
            <a:picLocks noChangeAspect="1"/>
          </p:cNvPicPr>
          <p:nvPr/>
        </p:nvPicPr>
        <p:blipFill>
          <a:blip r:embed="rId3"/>
          <a:stretch>
            <a:fillRect/>
          </a:stretch>
        </p:blipFill>
        <p:spPr>
          <a:xfrm>
            <a:off x="9144000" y="4947361"/>
            <a:ext cx="575158" cy="575158"/>
          </a:xfrm>
          <a:prstGeom prst="rect">
            <a:avLst/>
          </a:prstGeom>
        </p:spPr>
      </p:pic>
      <p:sp>
        <p:nvSpPr>
          <p:cNvPr id="48" name="Text 42"/>
          <p:cNvSpPr/>
          <p:nvPr/>
        </p:nvSpPr>
        <p:spPr>
          <a:xfrm>
            <a:off x="9036177" y="5504612"/>
            <a:ext cx="2743200" cy="411480"/>
          </a:xfrm>
          <a:prstGeom prst="rect">
            <a:avLst/>
          </a:prstGeom>
          <a:noFill/>
          <a:ln/>
        </p:spPr>
        <p:txBody>
          <a:bodyPr wrap="square" rtlCol="0" anchor="ctr"/>
          <a:lstStyle/>
          <a:p>
            <a:pPr marL="0" indent="0">
              <a:buNone/>
            </a:pPr>
            <a:r>
              <a:rPr lang="en-US" sz="1350" b="1" dirty="0">
                <a:solidFill>
                  <a:srgbClr val="FF3B30"/>
                </a:solidFill>
                <a:latin typeface="Poppins" pitchFamily="34" charset="0"/>
                <a:ea typeface="Poppins" pitchFamily="34" charset="-122"/>
                <a:cs typeface="Poppins" pitchFamily="34" charset="-120"/>
              </a:rPr>
              <a:t>Potential Insider Risk</a:t>
            </a:r>
            <a:endParaRPr lang="en-US" sz="1350" dirty="0"/>
          </a:p>
        </p:txBody>
      </p:sp>
      <p:sp>
        <p:nvSpPr>
          <p:cNvPr id="49" name="Shape 43"/>
          <p:cNvSpPr/>
          <p:nvPr/>
        </p:nvSpPr>
        <p:spPr>
          <a:xfrm>
            <a:off x="6035040" y="1554480"/>
            <a:ext cx="2697480" cy="1371600"/>
          </a:xfrm>
          <a:prstGeom prst="roundRect">
            <a:avLst>
              <a:gd name="adj" fmla="val 6000"/>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pic>
        <p:nvPicPr>
          <p:cNvPr id="50" name="Image 4" descr="/home/claude/insight_deck/icons/eye_cyan.png"/>
          <p:cNvPicPr>
            <a:picLocks noChangeAspect="1"/>
          </p:cNvPicPr>
          <p:nvPr/>
        </p:nvPicPr>
        <p:blipFill>
          <a:blip r:embed="rId4"/>
          <a:stretch>
            <a:fillRect/>
          </a:stretch>
        </p:blipFill>
        <p:spPr>
          <a:xfrm>
            <a:off x="6295644" y="1815084"/>
            <a:ext cx="338328" cy="338328"/>
          </a:xfrm>
          <a:prstGeom prst="rect">
            <a:avLst/>
          </a:prstGeom>
        </p:spPr>
      </p:pic>
      <p:sp>
        <p:nvSpPr>
          <p:cNvPr id="51" name="Text 44"/>
          <p:cNvSpPr/>
          <p:nvPr/>
        </p:nvSpPr>
        <p:spPr>
          <a:xfrm>
            <a:off x="6217920" y="2331720"/>
            <a:ext cx="2331720" cy="502920"/>
          </a:xfrm>
          <a:prstGeom prst="rect">
            <a:avLst/>
          </a:prstGeom>
          <a:noFill/>
          <a:ln/>
        </p:spPr>
        <p:txBody>
          <a:bodyPr wrap="square" rtlCol="0" anchor="t"/>
          <a:lstStyle/>
          <a:p>
            <a:pPr marL="0" indent="0">
              <a:buNone/>
            </a:pPr>
            <a:r>
              <a:rPr lang="en-US" sz="1300" b="1" dirty="0">
                <a:solidFill>
                  <a:srgbClr val="FFFFFF"/>
                </a:solidFill>
                <a:latin typeface="Poppins" pitchFamily="34" charset="0"/>
                <a:ea typeface="Poppins" pitchFamily="34" charset="-122"/>
                <a:cs typeface="Poppins" pitchFamily="34" charset="-120"/>
              </a:rPr>
              <a:t>Insider Threat</a:t>
            </a:r>
            <a:endParaRPr lang="en-US" sz="1300" dirty="0"/>
          </a:p>
        </p:txBody>
      </p:sp>
      <p:sp>
        <p:nvSpPr>
          <p:cNvPr id="52" name="Shape 45"/>
          <p:cNvSpPr/>
          <p:nvPr/>
        </p:nvSpPr>
        <p:spPr>
          <a:xfrm>
            <a:off x="8961120" y="1554480"/>
            <a:ext cx="2697480" cy="1371600"/>
          </a:xfrm>
          <a:prstGeom prst="roundRect">
            <a:avLst>
              <a:gd name="adj" fmla="val 6000"/>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pic>
        <p:nvPicPr>
          <p:cNvPr id="53" name="Image 5" descr="/home/claude/insight_deck/icons/key_cyan.png"/>
          <p:cNvPicPr>
            <a:picLocks noChangeAspect="1"/>
          </p:cNvPicPr>
          <p:nvPr/>
        </p:nvPicPr>
        <p:blipFill>
          <a:blip r:embed="rId5"/>
          <a:stretch>
            <a:fillRect/>
          </a:stretch>
        </p:blipFill>
        <p:spPr>
          <a:xfrm>
            <a:off x="9221724" y="1815084"/>
            <a:ext cx="338328" cy="338328"/>
          </a:xfrm>
          <a:prstGeom prst="rect">
            <a:avLst/>
          </a:prstGeom>
        </p:spPr>
      </p:pic>
      <p:sp>
        <p:nvSpPr>
          <p:cNvPr id="54" name="Text 46"/>
          <p:cNvSpPr/>
          <p:nvPr/>
        </p:nvSpPr>
        <p:spPr>
          <a:xfrm>
            <a:off x="9144000" y="2331720"/>
            <a:ext cx="2331720" cy="502920"/>
          </a:xfrm>
          <a:prstGeom prst="rect">
            <a:avLst/>
          </a:prstGeom>
          <a:noFill/>
          <a:ln/>
        </p:spPr>
        <p:txBody>
          <a:bodyPr wrap="square" rtlCol="0" anchor="t"/>
          <a:lstStyle/>
          <a:p>
            <a:pPr marL="0" indent="0">
              <a:buNone/>
            </a:pPr>
            <a:r>
              <a:rPr lang="en-US" sz="1300" b="1" dirty="0">
                <a:solidFill>
                  <a:srgbClr val="FFFFFF"/>
                </a:solidFill>
                <a:latin typeface="Poppins" pitchFamily="34" charset="0"/>
                <a:ea typeface="Poppins" pitchFamily="34" charset="-122"/>
                <a:cs typeface="Poppins" pitchFamily="34" charset="-120"/>
              </a:rPr>
              <a:t>Privileged Access Misuse</a:t>
            </a:r>
            <a:endParaRPr lang="en-US" sz="1300" dirty="0"/>
          </a:p>
        </p:txBody>
      </p:sp>
      <p:sp>
        <p:nvSpPr>
          <p:cNvPr id="55" name="Shape 47"/>
          <p:cNvSpPr/>
          <p:nvPr/>
        </p:nvSpPr>
        <p:spPr>
          <a:xfrm>
            <a:off x="6035040" y="3154680"/>
            <a:ext cx="2697480" cy="1371600"/>
          </a:xfrm>
          <a:prstGeom prst="roundRect">
            <a:avLst>
              <a:gd name="adj" fmla="val 6000"/>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pic>
        <p:nvPicPr>
          <p:cNvPr id="56" name="Image 6" descr="/home/claude/insight_deck/icons/search_cyan.png"/>
          <p:cNvPicPr>
            <a:picLocks noChangeAspect="1"/>
          </p:cNvPicPr>
          <p:nvPr/>
        </p:nvPicPr>
        <p:blipFill>
          <a:blip r:embed="rId6"/>
          <a:stretch>
            <a:fillRect/>
          </a:stretch>
        </p:blipFill>
        <p:spPr>
          <a:xfrm>
            <a:off x="6295644" y="3415284"/>
            <a:ext cx="338328" cy="338328"/>
          </a:xfrm>
          <a:prstGeom prst="rect">
            <a:avLst/>
          </a:prstGeom>
        </p:spPr>
      </p:pic>
      <p:sp>
        <p:nvSpPr>
          <p:cNvPr id="57" name="Text 48"/>
          <p:cNvSpPr/>
          <p:nvPr/>
        </p:nvSpPr>
        <p:spPr>
          <a:xfrm>
            <a:off x="6217920" y="3931920"/>
            <a:ext cx="2331720" cy="502920"/>
          </a:xfrm>
          <a:prstGeom prst="rect">
            <a:avLst/>
          </a:prstGeom>
          <a:noFill/>
          <a:ln/>
        </p:spPr>
        <p:txBody>
          <a:bodyPr wrap="square" rtlCol="0" anchor="t"/>
          <a:lstStyle/>
          <a:p>
            <a:pPr marL="0" indent="0">
              <a:buNone/>
            </a:pPr>
            <a:r>
              <a:rPr lang="en-US" sz="1300" b="1" dirty="0">
                <a:solidFill>
                  <a:srgbClr val="FFFFFF"/>
                </a:solidFill>
                <a:latin typeface="Poppins" pitchFamily="34" charset="0"/>
                <a:ea typeface="Poppins" pitchFamily="34" charset="-122"/>
                <a:cs typeface="Poppins" pitchFamily="34" charset="-120"/>
              </a:rPr>
              <a:t>Data Snooping</a:t>
            </a:r>
            <a:endParaRPr lang="en-US" sz="1300" dirty="0"/>
          </a:p>
        </p:txBody>
      </p:sp>
      <p:sp>
        <p:nvSpPr>
          <p:cNvPr id="58" name="Shape 49"/>
          <p:cNvSpPr/>
          <p:nvPr/>
        </p:nvSpPr>
        <p:spPr>
          <a:xfrm>
            <a:off x="8961120" y="3154680"/>
            <a:ext cx="2697480" cy="1371600"/>
          </a:xfrm>
          <a:prstGeom prst="roundRect">
            <a:avLst>
              <a:gd name="adj" fmla="val 6000"/>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pic>
        <p:nvPicPr>
          <p:cNvPr id="59" name="Image 7" descr="/home/claude/insight_deck/icons/bell_cyan.png"/>
          <p:cNvPicPr>
            <a:picLocks noChangeAspect="1"/>
          </p:cNvPicPr>
          <p:nvPr/>
        </p:nvPicPr>
        <p:blipFill>
          <a:blip r:embed="rId7"/>
          <a:stretch>
            <a:fillRect/>
          </a:stretch>
        </p:blipFill>
        <p:spPr>
          <a:xfrm>
            <a:off x="9221724" y="3415284"/>
            <a:ext cx="338328" cy="338328"/>
          </a:xfrm>
          <a:prstGeom prst="rect">
            <a:avLst/>
          </a:prstGeom>
        </p:spPr>
      </p:pic>
      <p:sp>
        <p:nvSpPr>
          <p:cNvPr id="60" name="Text 50"/>
          <p:cNvSpPr/>
          <p:nvPr/>
        </p:nvSpPr>
        <p:spPr>
          <a:xfrm>
            <a:off x="9144000" y="3931920"/>
            <a:ext cx="2331720" cy="502920"/>
          </a:xfrm>
          <a:prstGeom prst="rect">
            <a:avLst/>
          </a:prstGeom>
          <a:noFill/>
          <a:ln/>
        </p:spPr>
        <p:txBody>
          <a:bodyPr wrap="square" rtlCol="0" anchor="t"/>
          <a:lstStyle/>
          <a:p>
            <a:pPr marL="0" indent="0">
              <a:buNone/>
            </a:pPr>
            <a:r>
              <a:rPr lang="en-US" sz="1300" b="1" dirty="0">
                <a:solidFill>
                  <a:srgbClr val="FFFFFF"/>
                </a:solidFill>
                <a:latin typeface="Poppins" pitchFamily="34" charset="0"/>
                <a:ea typeface="Poppins" pitchFamily="34" charset="-122"/>
                <a:cs typeface="Poppins" pitchFamily="34" charset="-120"/>
              </a:rPr>
              <a:t>Alert Fatigue</a:t>
            </a:r>
            <a:endParaRPr lang="en-US" sz="1300" dirty="0"/>
          </a:p>
        </p:txBody>
      </p:sp>
      <p:sp>
        <p:nvSpPr>
          <p:cNvPr id="61" name="Shape 51"/>
          <p:cNvSpPr/>
          <p:nvPr/>
        </p:nvSpPr>
        <p:spPr>
          <a:xfrm>
            <a:off x="6035040" y="4754880"/>
            <a:ext cx="2697480" cy="1371600"/>
          </a:xfrm>
          <a:prstGeom prst="roundRect">
            <a:avLst>
              <a:gd name="adj" fmla="val 6000"/>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pic>
        <p:nvPicPr>
          <p:cNvPr id="62" name="Image 8" descr="/home/claude/insight_deck/icons/clock_cyan.png"/>
          <p:cNvPicPr>
            <a:picLocks noChangeAspect="1"/>
          </p:cNvPicPr>
          <p:nvPr/>
        </p:nvPicPr>
        <p:blipFill>
          <a:blip r:embed="rId8"/>
          <a:stretch>
            <a:fillRect/>
          </a:stretch>
        </p:blipFill>
        <p:spPr>
          <a:xfrm>
            <a:off x="6295644" y="5015484"/>
            <a:ext cx="338328" cy="338328"/>
          </a:xfrm>
          <a:prstGeom prst="rect">
            <a:avLst/>
          </a:prstGeom>
        </p:spPr>
      </p:pic>
      <p:sp>
        <p:nvSpPr>
          <p:cNvPr id="63" name="Text 52"/>
          <p:cNvSpPr/>
          <p:nvPr/>
        </p:nvSpPr>
        <p:spPr>
          <a:xfrm>
            <a:off x="6217920" y="5532120"/>
            <a:ext cx="2331720" cy="502920"/>
          </a:xfrm>
          <a:prstGeom prst="rect">
            <a:avLst/>
          </a:prstGeom>
          <a:noFill/>
          <a:ln/>
        </p:spPr>
        <p:txBody>
          <a:bodyPr wrap="square" rtlCol="0" anchor="t"/>
          <a:lstStyle/>
          <a:p>
            <a:pPr marL="0" indent="0">
              <a:buNone/>
            </a:pPr>
            <a:r>
              <a:rPr lang="en-US" sz="1300" b="1" dirty="0">
                <a:solidFill>
                  <a:srgbClr val="FFFFFF"/>
                </a:solidFill>
                <a:latin typeface="Poppins" pitchFamily="34" charset="0"/>
                <a:ea typeface="Poppins" pitchFamily="34" charset="-122"/>
                <a:cs typeface="Poppins" pitchFamily="34" charset="-120"/>
              </a:rPr>
              <a:t>Investigation Delays</a:t>
            </a:r>
            <a:endParaRPr lang="en-US" sz="1300" dirty="0"/>
          </a:p>
        </p:txBody>
      </p:sp>
      <p:sp>
        <p:nvSpPr>
          <p:cNvPr id="64" name="Text 53"/>
          <p:cNvSpPr/>
          <p:nvPr/>
        </p:nvSpPr>
        <p:spPr>
          <a:xfrm>
            <a:off x="548640" y="6528816"/>
            <a:ext cx="5486400" cy="256032"/>
          </a:xfrm>
          <a:prstGeom prst="rect">
            <a:avLst/>
          </a:prstGeom>
          <a:noFill/>
          <a:ln/>
        </p:spPr>
        <p:txBody>
          <a:bodyPr wrap="square" rtlCol="0" anchor="ctr"/>
          <a:lstStyle/>
          <a:p>
            <a:pPr marL="0" indent="0">
              <a:buNone/>
            </a:pPr>
            <a:r>
              <a:rPr lang="en-US" sz="850" kern="0" spc="120" dirty="0">
                <a:solidFill>
                  <a:srgbClr val="8A94B0"/>
                </a:solidFill>
                <a:latin typeface="Poppins" pitchFamily="34" charset="0"/>
                <a:ea typeface="Poppins" pitchFamily="34" charset="-122"/>
                <a:cs typeface="Poppins" pitchFamily="34" charset="-120"/>
              </a:rPr>
              <a:t>FINSPARK'26  ·  BANK OF MAHARASHTRA</a:t>
            </a:r>
            <a:endParaRPr lang="en-US" sz="850" dirty="0"/>
          </a:p>
        </p:txBody>
      </p:sp>
      <p:sp>
        <p:nvSpPr>
          <p:cNvPr id="65" name="Text 54"/>
          <p:cNvSpPr/>
          <p:nvPr/>
        </p:nvSpPr>
        <p:spPr>
          <a:xfrm>
            <a:off x="11338560" y="6528816"/>
            <a:ext cx="365760" cy="256032"/>
          </a:xfrm>
          <a:prstGeom prst="rect">
            <a:avLst/>
          </a:prstGeom>
          <a:noFill/>
          <a:ln/>
        </p:spPr>
        <p:txBody>
          <a:bodyPr wrap="square" rtlCol="0" anchor="ctr"/>
          <a:lstStyle/>
          <a:p>
            <a:pPr marL="0" indent="0" algn="r">
              <a:buNone/>
            </a:pPr>
            <a:r>
              <a:rPr lang="en-US" sz="900" dirty="0">
                <a:solidFill>
                  <a:srgbClr val="8A94B0"/>
                </a:solidFill>
                <a:latin typeface="IBM Plex Sans" pitchFamily="34" charset="0"/>
                <a:ea typeface="IBM Plex Sans" pitchFamily="34" charset="-122"/>
                <a:cs typeface="IBM Plex Sans"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B132B"/>
        </a:solidFill>
        <a:effectLst/>
      </p:bgPr>
    </p:bg>
    <p:spTree>
      <p:nvGrpSpPr>
        <p:cNvPr id="1" name=""/>
        <p:cNvGrpSpPr/>
        <p:nvPr/>
      </p:nvGrpSpPr>
      <p:grpSpPr>
        <a:xfrm>
          <a:off x="0" y="0"/>
          <a:ext cx="0" cy="0"/>
          <a:chOff x="0" y="0"/>
          <a:chExt cx="0" cy="0"/>
        </a:xfrm>
      </p:grpSpPr>
      <p:sp>
        <p:nvSpPr>
          <p:cNvPr id="2" name="Shape 0"/>
          <p:cNvSpPr/>
          <p:nvPr/>
        </p:nvSpPr>
        <p:spPr>
          <a:xfrm>
            <a:off x="9692640" y="-2103120"/>
            <a:ext cx="5029200" cy="5029200"/>
          </a:xfrm>
          <a:prstGeom prst="ellipse">
            <a:avLst/>
          </a:prstGeom>
          <a:solidFill>
            <a:srgbClr val="00C2FF">
              <a:alpha val="8000"/>
            </a:srgbClr>
          </a:solidFill>
          <a:ln/>
        </p:spPr>
        <p:txBody>
          <a:bodyPr/>
          <a:lstStyle/>
          <a:p>
            <a:endParaRPr lang="en-IN"/>
          </a:p>
        </p:txBody>
      </p:sp>
      <p:sp>
        <p:nvSpPr>
          <p:cNvPr id="3" name="Shape 1"/>
          <p:cNvSpPr/>
          <p:nvPr/>
        </p:nvSpPr>
        <p:spPr>
          <a:xfrm>
            <a:off x="-2011680" y="4572000"/>
            <a:ext cx="4754880" cy="4754880"/>
          </a:xfrm>
          <a:prstGeom prst="ellipse">
            <a:avLst/>
          </a:prstGeom>
          <a:solidFill>
            <a:srgbClr val="00C2FF">
              <a:alpha val="6000"/>
            </a:srgbClr>
          </a:solidFill>
          <a:ln/>
        </p:spPr>
        <p:txBody>
          <a:bodyPr/>
          <a:lstStyle/>
          <a:p>
            <a:endParaRPr lang="en-IN"/>
          </a:p>
        </p:txBody>
      </p:sp>
      <p:sp>
        <p:nvSpPr>
          <p:cNvPr id="4" name="Shape 2"/>
          <p:cNvSpPr/>
          <p:nvPr/>
        </p:nvSpPr>
        <p:spPr>
          <a:xfrm>
            <a:off x="365760" y="256032"/>
            <a:ext cx="32004" cy="32004"/>
          </a:xfrm>
          <a:prstGeom prst="ellipse">
            <a:avLst/>
          </a:prstGeom>
          <a:solidFill>
            <a:srgbClr val="00C2FF">
              <a:alpha val="45000"/>
            </a:srgbClr>
          </a:solidFill>
          <a:ln/>
        </p:spPr>
        <p:txBody>
          <a:bodyPr/>
          <a:lstStyle/>
          <a:p>
            <a:endParaRPr lang="en-IN"/>
          </a:p>
        </p:txBody>
      </p:sp>
      <p:sp>
        <p:nvSpPr>
          <p:cNvPr id="5" name="Shape 3"/>
          <p:cNvSpPr/>
          <p:nvPr/>
        </p:nvSpPr>
        <p:spPr>
          <a:xfrm>
            <a:off x="1234440" y="256032"/>
            <a:ext cx="32004" cy="32004"/>
          </a:xfrm>
          <a:prstGeom prst="ellipse">
            <a:avLst/>
          </a:prstGeom>
          <a:solidFill>
            <a:srgbClr val="00C2FF">
              <a:alpha val="45000"/>
            </a:srgbClr>
          </a:solidFill>
          <a:ln/>
        </p:spPr>
        <p:txBody>
          <a:bodyPr/>
          <a:lstStyle/>
          <a:p>
            <a:endParaRPr lang="en-IN"/>
          </a:p>
        </p:txBody>
      </p:sp>
      <p:sp>
        <p:nvSpPr>
          <p:cNvPr id="6" name="Shape 4"/>
          <p:cNvSpPr/>
          <p:nvPr/>
        </p:nvSpPr>
        <p:spPr>
          <a:xfrm>
            <a:off x="2103120" y="256032"/>
            <a:ext cx="32004" cy="32004"/>
          </a:xfrm>
          <a:prstGeom prst="ellipse">
            <a:avLst/>
          </a:prstGeom>
          <a:solidFill>
            <a:srgbClr val="00C2FF">
              <a:alpha val="45000"/>
            </a:srgbClr>
          </a:solidFill>
          <a:ln/>
        </p:spPr>
        <p:txBody>
          <a:bodyPr/>
          <a:lstStyle/>
          <a:p>
            <a:endParaRPr lang="en-IN"/>
          </a:p>
        </p:txBody>
      </p:sp>
      <p:sp>
        <p:nvSpPr>
          <p:cNvPr id="7" name="Shape 5"/>
          <p:cNvSpPr/>
          <p:nvPr/>
        </p:nvSpPr>
        <p:spPr>
          <a:xfrm>
            <a:off x="2971800" y="256032"/>
            <a:ext cx="32004" cy="32004"/>
          </a:xfrm>
          <a:prstGeom prst="ellipse">
            <a:avLst/>
          </a:prstGeom>
          <a:solidFill>
            <a:srgbClr val="00C2FF">
              <a:alpha val="45000"/>
            </a:srgbClr>
          </a:solidFill>
          <a:ln/>
        </p:spPr>
        <p:txBody>
          <a:bodyPr/>
          <a:lstStyle/>
          <a:p>
            <a:endParaRPr lang="en-IN"/>
          </a:p>
        </p:txBody>
      </p:sp>
      <p:sp>
        <p:nvSpPr>
          <p:cNvPr id="8" name="Shape 6"/>
          <p:cNvSpPr/>
          <p:nvPr/>
        </p:nvSpPr>
        <p:spPr>
          <a:xfrm>
            <a:off x="3840480" y="256032"/>
            <a:ext cx="32004" cy="32004"/>
          </a:xfrm>
          <a:prstGeom prst="ellipse">
            <a:avLst/>
          </a:prstGeom>
          <a:solidFill>
            <a:srgbClr val="00C2FF">
              <a:alpha val="45000"/>
            </a:srgbClr>
          </a:solidFill>
          <a:ln/>
        </p:spPr>
        <p:txBody>
          <a:bodyPr/>
          <a:lstStyle/>
          <a:p>
            <a:endParaRPr lang="en-IN"/>
          </a:p>
        </p:txBody>
      </p:sp>
      <p:sp>
        <p:nvSpPr>
          <p:cNvPr id="9" name="Shape 7"/>
          <p:cNvSpPr/>
          <p:nvPr/>
        </p:nvSpPr>
        <p:spPr>
          <a:xfrm>
            <a:off x="4709160" y="256032"/>
            <a:ext cx="32004" cy="32004"/>
          </a:xfrm>
          <a:prstGeom prst="ellipse">
            <a:avLst/>
          </a:prstGeom>
          <a:solidFill>
            <a:srgbClr val="00C2FF">
              <a:alpha val="45000"/>
            </a:srgbClr>
          </a:solidFill>
          <a:ln/>
        </p:spPr>
        <p:txBody>
          <a:bodyPr/>
          <a:lstStyle/>
          <a:p>
            <a:endParaRPr lang="en-IN"/>
          </a:p>
        </p:txBody>
      </p:sp>
      <p:sp>
        <p:nvSpPr>
          <p:cNvPr id="10" name="Shape 8"/>
          <p:cNvSpPr/>
          <p:nvPr/>
        </p:nvSpPr>
        <p:spPr>
          <a:xfrm>
            <a:off x="5577840" y="256032"/>
            <a:ext cx="32004" cy="32004"/>
          </a:xfrm>
          <a:prstGeom prst="ellipse">
            <a:avLst/>
          </a:prstGeom>
          <a:solidFill>
            <a:srgbClr val="00C2FF">
              <a:alpha val="45000"/>
            </a:srgbClr>
          </a:solidFill>
          <a:ln/>
        </p:spPr>
        <p:txBody>
          <a:bodyPr/>
          <a:lstStyle/>
          <a:p>
            <a:endParaRPr lang="en-IN"/>
          </a:p>
        </p:txBody>
      </p:sp>
      <p:sp>
        <p:nvSpPr>
          <p:cNvPr id="11" name="Shape 9"/>
          <p:cNvSpPr/>
          <p:nvPr/>
        </p:nvSpPr>
        <p:spPr>
          <a:xfrm>
            <a:off x="6446520" y="256032"/>
            <a:ext cx="32004" cy="32004"/>
          </a:xfrm>
          <a:prstGeom prst="ellipse">
            <a:avLst/>
          </a:prstGeom>
          <a:solidFill>
            <a:srgbClr val="00C2FF">
              <a:alpha val="45000"/>
            </a:srgbClr>
          </a:solidFill>
          <a:ln/>
        </p:spPr>
        <p:txBody>
          <a:bodyPr/>
          <a:lstStyle/>
          <a:p>
            <a:endParaRPr lang="en-IN"/>
          </a:p>
        </p:txBody>
      </p:sp>
      <p:sp>
        <p:nvSpPr>
          <p:cNvPr id="12" name="Shape 10"/>
          <p:cNvSpPr/>
          <p:nvPr/>
        </p:nvSpPr>
        <p:spPr>
          <a:xfrm>
            <a:off x="7315200" y="256032"/>
            <a:ext cx="32004" cy="32004"/>
          </a:xfrm>
          <a:prstGeom prst="ellipse">
            <a:avLst/>
          </a:prstGeom>
          <a:solidFill>
            <a:srgbClr val="00C2FF">
              <a:alpha val="45000"/>
            </a:srgbClr>
          </a:solidFill>
          <a:ln/>
        </p:spPr>
        <p:txBody>
          <a:bodyPr/>
          <a:lstStyle/>
          <a:p>
            <a:endParaRPr lang="en-IN"/>
          </a:p>
        </p:txBody>
      </p:sp>
      <p:sp>
        <p:nvSpPr>
          <p:cNvPr id="13" name="Shape 11"/>
          <p:cNvSpPr/>
          <p:nvPr/>
        </p:nvSpPr>
        <p:spPr>
          <a:xfrm>
            <a:off x="8183880" y="256032"/>
            <a:ext cx="32004" cy="32004"/>
          </a:xfrm>
          <a:prstGeom prst="ellipse">
            <a:avLst/>
          </a:prstGeom>
          <a:solidFill>
            <a:srgbClr val="00C2FF">
              <a:alpha val="45000"/>
            </a:srgbClr>
          </a:solidFill>
          <a:ln/>
        </p:spPr>
        <p:txBody>
          <a:bodyPr/>
          <a:lstStyle/>
          <a:p>
            <a:endParaRPr lang="en-IN"/>
          </a:p>
        </p:txBody>
      </p:sp>
      <p:sp>
        <p:nvSpPr>
          <p:cNvPr id="14" name="Shape 12"/>
          <p:cNvSpPr/>
          <p:nvPr/>
        </p:nvSpPr>
        <p:spPr>
          <a:xfrm>
            <a:off x="9052560" y="256032"/>
            <a:ext cx="32004" cy="32004"/>
          </a:xfrm>
          <a:prstGeom prst="ellipse">
            <a:avLst/>
          </a:prstGeom>
          <a:solidFill>
            <a:srgbClr val="00C2FF">
              <a:alpha val="45000"/>
            </a:srgbClr>
          </a:solidFill>
          <a:ln/>
        </p:spPr>
        <p:txBody>
          <a:bodyPr/>
          <a:lstStyle/>
          <a:p>
            <a:endParaRPr lang="en-IN"/>
          </a:p>
        </p:txBody>
      </p:sp>
      <p:sp>
        <p:nvSpPr>
          <p:cNvPr id="15" name="Shape 13"/>
          <p:cNvSpPr/>
          <p:nvPr/>
        </p:nvSpPr>
        <p:spPr>
          <a:xfrm>
            <a:off x="9921240" y="256032"/>
            <a:ext cx="32004" cy="32004"/>
          </a:xfrm>
          <a:prstGeom prst="ellipse">
            <a:avLst/>
          </a:prstGeom>
          <a:solidFill>
            <a:srgbClr val="00C2FF">
              <a:alpha val="45000"/>
            </a:srgbClr>
          </a:solidFill>
          <a:ln/>
        </p:spPr>
        <p:txBody>
          <a:bodyPr/>
          <a:lstStyle/>
          <a:p>
            <a:endParaRPr lang="en-IN"/>
          </a:p>
        </p:txBody>
      </p:sp>
      <p:sp>
        <p:nvSpPr>
          <p:cNvPr id="16" name="Shape 14"/>
          <p:cNvSpPr/>
          <p:nvPr/>
        </p:nvSpPr>
        <p:spPr>
          <a:xfrm>
            <a:off x="10789920" y="256032"/>
            <a:ext cx="32004" cy="32004"/>
          </a:xfrm>
          <a:prstGeom prst="ellipse">
            <a:avLst/>
          </a:prstGeom>
          <a:solidFill>
            <a:srgbClr val="00C2FF">
              <a:alpha val="45000"/>
            </a:srgbClr>
          </a:solidFill>
          <a:ln/>
        </p:spPr>
        <p:txBody>
          <a:bodyPr/>
          <a:lstStyle/>
          <a:p>
            <a:endParaRPr lang="en-IN"/>
          </a:p>
        </p:txBody>
      </p:sp>
      <p:sp>
        <p:nvSpPr>
          <p:cNvPr id="17" name="Shape 15"/>
          <p:cNvSpPr/>
          <p:nvPr/>
        </p:nvSpPr>
        <p:spPr>
          <a:xfrm>
            <a:off x="11658600" y="256032"/>
            <a:ext cx="32004" cy="32004"/>
          </a:xfrm>
          <a:prstGeom prst="ellipse">
            <a:avLst/>
          </a:prstGeom>
          <a:solidFill>
            <a:srgbClr val="00C2FF">
              <a:alpha val="45000"/>
            </a:srgbClr>
          </a:solidFill>
          <a:ln/>
        </p:spPr>
        <p:txBody>
          <a:bodyPr/>
          <a:lstStyle/>
          <a:p>
            <a:endParaRPr lang="en-IN"/>
          </a:p>
        </p:txBody>
      </p:sp>
      <p:sp>
        <p:nvSpPr>
          <p:cNvPr id="18" name="Shape 16"/>
          <p:cNvSpPr/>
          <p:nvPr/>
        </p:nvSpPr>
        <p:spPr>
          <a:xfrm>
            <a:off x="365760" y="6601968"/>
            <a:ext cx="32004" cy="32004"/>
          </a:xfrm>
          <a:prstGeom prst="ellipse">
            <a:avLst/>
          </a:prstGeom>
          <a:solidFill>
            <a:srgbClr val="00C2FF">
              <a:alpha val="45000"/>
            </a:srgbClr>
          </a:solidFill>
          <a:ln/>
        </p:spPr>
        <p:txBody>
          <a:bodyPr/>
          <a:lstStyle/>
          <a:p>
            <a:endParaRPr lang="en-IN"/>
          </a:p>
        </p:txBody>
      </p:sp>
      <p:sp>
        <p:nvSpPr>
          <p:cNvPr id="19" name="Shape 17"/>
          <p:cNvSpPr/>
          <p:nvPr/>
        </p:nvSpPr>
        <p:spPr>
          <a:xfrm>
            <a:off x="1234440" y="6601968"/>
            <a:ext cx="32004" cy="32004"/>
          </a:xfrm>
          <a:prstGeom prst="ellipse">
            <a:avLst/>
          </a:prstGeom>
          <a:solidFill>
            <a:srgbClr val="00C2FF">
              <a:alpha val="45000"/>
            </a:srgbClr>
          </a:solidFill>
          <a:ln/>
        </p:spPr>
        <p:txBody>
          <a:bodyPr/>
          <a:lstStyle/>
          <a:p>
            <a:endParaRPr lang="en-IN"/>
          </a:p>
        </p:txBody>
      </p:sp>
      <p:sp>
        <p:nvSpPr>
          <p:cNvPr id="20" name="Shape 18"/>
          <p:cNvSpPr/>
          <p:nvPr/>
        </p:nvSpPr>
        <p:spPr>
          <a:xfrm>
            <a:off x="2103120" y="6601968"/>
            <a:ext cx="32004" cy="32004"/>
          </a:xfrm>
          <a:prstGeom prst="ellipse">
            <a:avLst/>
          </a:prstGeom>
          <a:solidFill>
            <a:srgbClr val="00C2FF">
              <a:alpha val="45000"/>
            </a:srgbClr>
          </a:solidFill>
          <a:ln/>
        </p:spPr>
        <p:txBody>
          <a:bodyPr/>
          <a:lstStyle/>
          <a:p>
            <a:endParaRPr lang="en-IN"/>
          </a:p>
        </p:txBody>
      </p:sp>
      <p:sp>
        <p:nvSpPr>
          <p:cNvPr id="21" name="Shape 19"/>
          <p:cNvSpPr/>
          <p:nvPr/>
        </p:nvSpPr>
        <p:spPr>
          <a:xfrm>
            <a:off x="2971800" y="6601968"/>
            <a:ext cx="32004" cy="32004"/>
          </a:xfrm>
          <a:prstGeom prst="ellipse">
            <a:avLst/>
          </a:prstGeom>
          <a:solidFill>
            <a:srgbClr val="00C2FF">
              <a:alpha val="45000"/>
            </a:srgbClr>
          </a:solidFill>
          <a:ln/>
        </p:spPr>
        <p:txBody>
          <a:bodyPr/>
          <a:lstStyle/>
          <a:p>
            <a:endParaRPr lang="en-IN"/>
          </a:p>
        </p:txBody>
      </p:sp>
      <p:sp>
        <p:nvSpPr>
          <p:cNvPr id="22" name="Shape 20"/>
          <p:cNvSpPr/>
          <p:nvPr/>
        </p:nvSpPr>
        <p:spPr>
          <a:xfrm>
            <a:off x="3840480" y="6601968"/>
            <a:ext cx="32004" cy="32004"/>
          </a:xfrm>
          <a:prstGeom prst="ellipse">
            <a:avLst/>
          </a:prstGeom>
          <a:solidFill>
            <a:srgbClr val="00C2FF">
              <a:alpha val="45000"/>
            </a:srgbClr>
          </a:solidFill>
          <a:ln/>
        </p:spPr>
        <p:txBody>
          <a:bodyPr/>
          <a:lstStyle/>
          <a:p>
            <a:endParaRPr lang="en-IN"/>
          </a:p>
        </p:txBody>
      </p:sp>
      <p:sp>
        <p:nvSpPr>
          <p:cNvPr id="23" name="Shape 21"/>
          <p:cNvSpPr/>
          <p:nvPr/>
        </p:nvSpPr>
        <p:spPr>
          <a:xfrm>
            <a:off x="4709160" y="6601968"/>
            <a:ext cx="32004" cy="32004"/>
          </a:xfrm>
          <a:prstGeom prst="ellipse">
            <a:avLst/>
          </a:prstGeom>
          <a:solidFill>
            <a:srgbClr val="00C2FF">
              <a:alpha val="45000"/>
            </a:srgbClr>
          </a:solidFill>
          <a:ln/>
        </p:spPr>
        <p:txBody>
          <a:bodyPr/>
          <a:lstStyle/>
          <a:p>
            <a:endParaRPr lang="en-IN"/>
          </a:p>
        </p:txBody>
      </p:sp>
      <p:sp>
        <p:nvSpPr>
          <p:cNvPr id="24" name="Shape 22"/>
          <p:cNvSpPr/>
          <p:nvPr/>
        </p:nvSpPr>
        <p:spPr>
          <a:xfrm>
            <a:off x="5577840" y="6601968"/>
            <a:ext cx="32004" cy="32004"/>
          </a:xfrm>
          <a:prstGeom prst="ellipse">
            <a:avLst/>
          </a:prstGeom>
          <a:solidFill>
            <a:srgbClr val="00C2FF">
              <a:alpha val="45000"/>
            </a:srgbClr>
          </a:solidFill>
          <a:ln/>
        </p:spPr>
        <p:txBody>
          <a:bodyPr/>
          <a:lstStyle/>
          <a:p>
            <a:endParaRPr lang="en-IN"/>
          </a:p>
        </p:txBody>
      </p:sp>
      <p:sp>
        <p:nvSpPr>
          <p:cNvPr id="25" name="Shape 23"/>
          <p:cNvSpPr/>
          <p:nvPr/>
        </p:nvSpPr>
        <p:spPr>
          <a:xfrm>
            <a:off x="6446520" y="6601968"/>
            <a:ext cx="32004" cy="32004"/>
          </a:xfrm>
          <a:prstGeom prst="ellipse">
            <a:avLst/>
          </a:prstGeom>
          <a:solidFill>
            <a:srgbClr val="00C2FF">
              <a:alpha val="45000"/>
            </a:srgbClr>
          </a:solidFill>
          <a:ln/>
        </p:spPr>
        <p:txBody>
          <a:bodyPr/>
          <a:lstStyle/>
          <a:p>
            <a:endParaRPr lang="en-IN"/>
          </a:p>
        </p:txBody>
      </p:sp>
      <p:sp>
        <p:nvSpPr>
          <p:cNvPr id="26" name="Shape 24"/>
          <p:cNvSpPr/>
          <p:nvPr/>
        </p:nvSpPr>
        <p:spPr>
          <a:xfrm>
            <a:off x="7315200" y="6601968"/>
            <a:ext cx="32004" cy="32004"/>
          </a:xfrm>
          <a:prstGeom prst="ellipse">
            <a:avLst/>
          </a:prstGeom>
          <a:solidFill>
            <a:srgbClr val="00C2FF">
              <a:alpha val="45000"/>
            </a:srgbClr>
          </a:solidFill>
          <a:ln/>
        </p:spPr>
        <p:txBody>
          <a:bodyPr/>
          <a:lstStyle/>
          <a:p>
            <a:endParaRPr lang="en-IN"/>
          </a:p>
        </p:txBody>
      </p:sp>
      <p:sp>
        <p:nvSpPr>
          <p:cNvPr id="27" name="Shape 25"/>
          <p:cNvSpPr/>
          <p:nvPr/>
        </p:nvSpPr>
        <p:spPr>
          <a:xfrm>
            <a:off x="8183880" y="6601968"/>
            <a:ext cx="32004" cy="32004"/>
          </a:xfrm>
          <a:prstGeom prst="ellipse">
            <a:avLst/>
          </a:prstGeom>
          <a:solidFill>
            <a:srgbClr val="00C2FF">
              <a:alpha val="45000"/>
            </a:srgbClr>
          </a:solidFill>
          <a:ln/>
        </p:spPr>
        <p:txBody>
          <a:bodyPr/>
          <a:lstStyle/>
          <a:p>
            <a:endParaRPr lang="en-IN"/>
          </a:p>
        </p:txBody>
      </p:sp>
      <p:sp>
        <p:nvSpPr>
          <p:cNvPr id="28" name="Shape 26"/>
          <p:cNvSpPr/>
          <p:nvPr/>
        </p:nvSpPr>
        <p:spPr>
          <a:xfrm>
            <a:off x="9052560" y="6601968"/>
            <a:ext cx="32004" cy="32004"/>
          </a:xfrm>
          <a:prstGeom prst="ellipse">
            <a:avLst/>
          </a:prstGeom>
          <a:solidFill>
            <a:srgbClr val="00C2FF">
              <a:alpha val="45000"/>
            </a:srgbClr>
          </a:solidFill>
          <a:ln/>
        </p:spPr>
        <p:txBody>
          <a:bodyPr/>
          <a:lstStyle/>
          <a:p>
            <a:endParaRPr lang="en-IN"/>
          </a:p>
        </p:txBody>
      </p:sp>
      <p:sp>
        <p:nvSpPr>
          <p:cNvPr id="29" name="Shape 27"/>
          <p:cNvSpPr/>
          <p:nvPr/>
        </p:nvSpPr>
        <p:spPr>
          <a:xfrm>
            <a:off x="9921240" y="6601968"/>
            <a:ext cx="32004" cy="32004"/>
          </a:xfrm>
          <a:prstGeom prst="ellipse">
            <a:avLst/>
          </a:prstGeom>
          <a:solidFill>
            <a:srgbClr val="00C2FF">
              <a:alpha val="45000"/>
            </a:srgbClr>
          </a:solidFill>
          <a:ln/>
        </p:spPr>
        <p:txBody>
          <a:bodyPr/>
          <a:lstStyle/>
          <a:p>
            <a:endParaRPr lang="en-IN"/>
          </a:p>
        </p:txBody>
      </p:sp>
      <p:sp>
        <p:nvSpPr>
          <p:cNvPr id="30" name="Shape 28"/>
          <p:cNvSpPr/>
          <p:nvPr/>
        </p:nvSpPr>
        <p:spPr>
          <a:xfrm>
            <a:off x="10789920" y="6601968"/>
            <a:ext cx="32004" cy="32004"/>
          </a:xfrm>
          <a:prstGeom prst="ellipse">
            <a:avLst/>
          </a:prstGeom>
          <a:solidFill>
            <a:srgbClr val="00C2FF">
              <a:alpha val="45000"/>
            </a:srgbClr>
          </a:solidFill>
          <a:ln/>
        </p:spPr>
        <p:txBody>
          <a:bodyPr/>
          <a:lstStyle/>
          <a:p>
            <a:endParaRPr lang="en-IN"/>
          </a:p>
        </p:txBody>
      </p:sp>
      <p:sp>
        <p:nvSpPr>
          <p:cNvPr id="31" name="Shape 29"/>
          <p:cNvSpPr/>
          <p:nvPr/>
        </p:nvSpPr>
        <p:spPr>
          <a:xfrm>
            <a:off x="11658600" y="6601968"/>
            <a:ext cx="32004" cy="32004"/>
          </a:xfrm>
          <a:prstGeom prst="ellipse">
            <a:avLst/>
          </a:prstGeom>
          <a:solidFill>
            <a:srgbClr val="00C2FF">
              <a:alpha val="45000"/>
            </a:srgbClr>
          </a:solidFill>
          <a:ln/>
        </p:spPr>
        <p:txBody>
          <a:bodyPr/>
          <a:lstStyle/>
          <a:p>
            <a:endParaRPr lang="en-IN"/>
          </a:p>
        </p:txBody>
      </p:sp>
      <p:sp>
        <p:nvSpPr>
          <p:cNvPr id="32" name="Text 30"/>
          <p:cNvSpPr/>
          <p:nvPr/>
        </p:nvSpPr>
        <p:spPr>
          <a:xfrm>
            <a:off x="548640" y="384048"/>
            <a:ext cx="7315200" cy="274320"/>
          </a:xfrm>
          <a:prstGeom prst="rect">
            <a:avLst/>
          </a:prstGeom>
          <a:noFill/>
          <a:ln/>
        </p:spPr>
        <p:txBody>
          <a:bodyPr wrap="square" rtlCol="0" anchor="ctr"/>
          <a:lstStyle/>
          <a:p>
            <a:pPr marL="0" indent="0">
              <a:buNone/>
            </a:pPr>
            <a:r>
              <a:rPr lang="en-US" sz="1100" b="1" kern="0" spc="200" dirty="0">
                <a:solidFill>
                  <a:srgbClr val="00C2FF"/>
                </a:solidFill>
                <a:latin typeface="Poppins" pitchFamily="34" charset="0"/>
                <a:ea typeface="Poppins" pitchFamily="34" charset="-122"/>
                <a:cs typeface="Poppins" pitchFamily="34" charset="-120"/>
              </a:rPr>
              <a:t>OUR SOLUTION</a:t>
            </a:r>
            <a:endParaRPr lang="en-US" sz="1100" dirty="0"/>
          </a:p>
        </p:txBody>
      </p:sp>
      <p:sp>
        <p:nvSpPr>
          <p:cNvPr id="33" name="Text 31"/>
          <p:cNvSpPr/>
          <p:nvPr/>
        </p:nvSpPr>
        <p:spPr>
          <a:xfrm>
            <a:off x="548639" y="621792"/>
            <a:ext cx="11005185" cy="900684"/>
          </a:xfrm>
          <a:prstGeom prst="rect">
            <a:avLst/>
          </a:prstGeom>
          <a:noFill/>
          <a:ln/>
        </p:spPr>
        <p:txBody>
          <a:bodyPr wrap="square" rtlCol="0" anchor="ctr"/>
          <a:lstStyle/>
          <a:p>
            <a:pPr marL="0" indent="0">
              <a:buNone/>
            </a:pPr>
            <a:r>
              <a:rPr lang="en-US" sz="3600" b="1" dirty="0">
                <a:solidFill>
                  <a:srgbClr val="FFFFFF"/>
                </a:solidFill>
                <a:latin typeface="Montserrat" pitchFamily="34" charset="0"/>
              </a:rPr>
              <a:t>WHAT MAKES INSIGHT DIFFERENT </a:t>
            </a:r>
            <a:endParaRPr lang="en-US" sz="3600" dirty="0"/>
          </a:p>
        </p:txBody>
      </p:sp>
      <p:sp>
        <p:nvSpPr>
          <p:cNvPr id="34" name="Shape 32"/>
          <p:cNvSpPr/>
          <p:nvPr/>
        </p:nvSpPr>
        <p:spPr>
          <a:xfrm>
            <a:off x="640080" y="1783080"/>
            <a:ext cx="5029200" cy="4114800"/>
          </a:xfrm>
          <a:prstGeom prst="roundRect">
            <a:avLst>
              <a:gd name="adj" fmla="val 2000"/>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pic>
        <p:nvPicPr>
          <p:cNvPr id="35" name="Image 0" descr="/home/claude/insight_deck/icons/shieldoff_cyan.png"/>
          <p:cNvPicPr>
            <a:picLocks noChangeAspect="1"/>
          </p:cNvPicPr>
          <p:nvPr/>
        </p:nvPicPr>
        <p:blipFill>
          <a:blip r:embed="rId3"/>
          <a:stretch>
            <a:fillRect/>
          </a:stretch>
        </p:blipFill>
        <p:spPr>
          <a:xfrm>
            <a:off x="1043330" y="2186330"/>
            <a:ext cx="473659" cy="473659"/>
          </a:xfrm>
          <a:prstGeom prst="rect">
            <a:avLst/>
          </a:prstGeom>
        </p:spPr>
      </p:pic>
      <p:sp>
        <p:nvSpPr>
          <p:cNvPr id="36" name="Text 33"/>
          <p:cNvSpPr/>
          <p:nvPr/>
        </p:nvSpPr>
        <p:spPr>
          <a:xfrm>
            <a:off x="1783080" y="2194560"/>
            <a:ext cx="3657600" cy="502920"/>
          </a:xfrm>
          <a:prstGeom prst="rect">
            <a:avLst/>
          </a:prstGeom>
          <a:noFill/>
          <a:ln/>
        </p:spPr>
        <p:txBody>
          <a:bodyPr wrap="square" rtlCol="0" anchor="ctr"/>
          <a:lstStyle/>
          <a:p>
            <a:pPr marL="0" indent="0">
              <a:buNone/>
            </a:pPr>
            <a:r>
              <a:rPr lang="en-US" sz="1800" b="1" dirty="0">
                <a:solidFill>
                  <a:srgbClr val="FFFFFF"/>
                </a:solidFill>
                <a:latin typeface="Montserrat" pitchFamily="34" charset="0"/>
                <a:ea typeface="Montserrat" pitchFamily="34" charset="-122"/>
                <a:cs typeface="Montserrat" pitchFamily="34" charset="-120"/>
              </a:rPr>
              <a:t>Coercion Protection</a:t>
            </a:r>
            <a:endParaRPr lang="en-US" sz="1800" dirty="0"/>
          </a:p>
        </p:txBody>
      </p:sp>
      <p:pic>
        <p:nvPicPr>
          <p:cNvPr id="37" name="Image 1" descr="/home/claude/insight_deck/icons/checkcircle_cyan.png"/>
          <p:cNvPicPr>
            <a:picLocks noChangeAspect="1"/>
          </p:cNvPicPr>
          <p:nvPr/>
        </p:nvPicPr>
        <p:blipFill>
          <a:blip r:embed="rId4"/>
          <a:stretch>
            <a:fillRect/>
          </a:stretch>
        </p:blipFill>
        <p:spPr>
          <a:xfrm>
            <a:off x="1007669" y="3110789"/>
            <a:ext cx="270662" cy="270662"/>
          </a:xfrm>
          <a:prstGeom prst="rect">
            <a:avLst/>
          </a:prstGeom>
        </p:spPr>
      </p:pic>
      <p:sp>
        <p:nvSpPr>
          <p:cNvPr id="38" name="Text 34"/>
          <p:cNvSpPr/>
          <p:nvPr/>
        </p:nvSpPr>
        <p:spPr>
          <a:xfrm>
            <a:off x="1508760" y="3017520"/>
            <a:ext cx="3840480" cy="548640"/>
          </a:xfrm>
          <a:prstGeom prst="rect">
            <a:avLst/>
          </a:prstGeom>
          <a:noFill/>
          <a:ln/>
        </p:spPr>
        <p:txBody>
          <a:bodyPr wrap="square" rtlCol="0" anchor="ctr"/>
          <a:lstStyle/>
          <a:p>
            <a:pPr marL="0" indent="0">
              <a:buNone/>
            </a:pPr>
            <a:r>
              <a:rPr lang="en-US" sz="1400" dirty="0">
                <a:solidFill>
                  <a:srgbClr val="FFFFFF"/>
                </a:solidFill>
                <a:latin typeface="Poppins" pitchFamily="34" charset="0"/>
                <a:ea typeface="Poppins" pitchFamily="34" charset="-122"/>
                <a:cs typeface="Poppins" pitchFamily="34" charset="-120"/>
              </a:rPr>
              <a:t>Silent Duress Authentication</a:t>
            </a:r>
            <a:endParaRPr lang="en-US" sz="1400" dirty="0"/>
          </a:p>
        </p:txBody>
      </p:sp>
      <p:pic>
        <p:nvPicPr>
          <p:cNvPr id="39" name="Image 2" descr="/home/claude/insight_deck/icons/checkcircle_cyan.png"/>
          <p:cNvPicPr>
            <a:picLocks noChangeAspect="1"/>
          </p:cNvPicPr>
          <p:nvPr/>
        </p:nvPicPr>
        <p:blipFill>
          <a:blip r:embed="rId4"/>
          <a:stretch>
            <a:fillRect/>
          </a:stretch>
        </p:blipFill>
        <p:spPr>
          <a:xfrm>
            <a:off x="1007669" y="3933749"/>
            <a:ext cx="270662" cy="270662"/>
          </a:xfrm>
          <a:prstGeom prst="rect">
            <a:avLst/>
          </a:prstGeom>
        </p:spPr>
      </p:pic>
      <p:sp>
        <p:nvSpPr>
          <p:cNvPr id="40" name="Text 35"/>
          <p:cNvSpPr/>
          <p:nvPr/>
        </p:nvSpPr>
        <p:spPr>
          <a:xfrm>
            <a:off x="1508760" y="3840480"/>
            <a:ext cx="3840480" cy="548640"/>
          </a:xfrm>
          <a:prstGeom prst="rect">
            <a:avLst/>
          </a:prstGeom>
          <a:noFill/>
          <a:ln/>
        </p:spPr>
        <p:txBody>
          <a:bodyPr wrap="square" rtlCol="0" anchor="ctr"/>
          <a:lstStyle/>
          <a:p>
            <a:pPr marL="0" indent="0">
              <a:buNone/>
            </a:pPr>
            <a:r>
              <a:rPr lang="en-US" sz="1400" dirty="0">
                <a:solidFill>
                  <a:srgbClr val="FFFFFF"/>
                </a:solidFill>
                <a:latin typeface="Poppins" pitchFamily="34" charset="0"/>
                <a:ea typeface="Poppins" pitchFamily="34" charset="-122"/>
                <a:cs typeface="Poppins" pitchFamily="34" charset="-120"/>
              </a:rPr>
              <a:t>Employee safety matters</a:t>
            </a:r>
            <a:endParaRPr lang="en-US" sz="1400" dirty="0"/>
          </a:p>
        </p:txBody>
      </p:sp>
      <p:sp>
        <p:nvSpPr>
          <p:cNvPr id="41" name="Shape 36"/>
          <p:cNvSpPr/>
          <p:nvPr/>
        </p:nvSpPr>
        <p:spPr>
          <a:xfrm>
            <a:off x="6309360" y="1783080"/>
            <a:ext cx="5029200" cy="4114800"/>
          </a:xfrm>
          <a:prstGeom prst="roundRect">
            <a:avLst>
              <a:gd name="adj" fmla="val 2000"/>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pic>
        <p:nvPicPr>
          <p:cNvPr id="42" name="Image 3" descr="/home/claude/insight_deck/icons/briefcase_cyan.png"/>
          <p:cNvPicPr>
            <a:picLocks noChangeAspect="1"/>
          </p:cNvPicPr>
          <p:nvPr/>
        </p:nvPicPr>
        <p:blipFill>
          <a:blip r:embed="rId5"/>
          <a:stretch>
            <a:fillRect/>
          </a:stretch>
        </p:blipFill>
        <p:spPr>
          <a:xfrm>
            <a:off x="6712610" y="2186330"/>
            <a:ext cx="473659" cy="473659"/>
          </a:xfrm>
          <a:prstGeom prst="rect">
            <a:avLst/>
          </a:prstGeom>
        </p:spPr>
      </p:pic>
      <p:sp>
        <p:nvSpPr>
          <p:cNvPr id="43" name="Text 37"/>
          <p:cNvSpPr/>
          <p:nvPr/>
        </p:nvSpPr>
        <p:spPr>
          <a:xfrm>
            <a:off x="7452360" y="2194560"/>
            <a:ext cx="3657600" cy="502920"/>
          </a:xfrm>
          <a:prstGeom prst="rect">
            <a:avLst/>
          </a:prstGeom>
          <a:noFill/>
          <a:ln/>
        </p:spPr>
        <p:txBody>
          <a:bodyPr wrap="square" rtlCol="0" anchor="ctr"/>
          <a:lstStyle/>
          <a:p>
            <a:pPr marL="0" indent="0">
              <a:buNone/>
            </a:pPr>
            <a:r>
              <a:rPr lang="en-US" sz="1700" b="1" dirty="0">
                <a:solidFill>
                  <a:srgbClr val="FFFFFF"/>
                </a:solidFill>
                <a:latin typeface="Montserrat" pitchFamily="34" charset="0"/>
                <a:ea typeface="Montserrat" pitchFamily="34" charset="-122"/>
                <a:cs typeface="Montserrat" pitchFamily="34" charset="-120"/>
              </a:rPr>
              <a:t>Business Context Intelligence</a:t>
            </a:r>
            <a:endParaRPr lang="en-US" sz="1700" dirty="0"/>
          </a:p>
        </p:txBody>
      </p:sp>
      <p:pic>
        <p:nvPicPr>
          <p:cNvPr id="44" name="Image 4" descr="/home/claude/insight_deck/icons/checkcircle_cyan.png"/>
          <p:cNvPicPr>
            <a:picLocks noChangeAspect="1"/>
          </p:cNvPicPr>
          <p:nvPr/>
        </p:nvPicPr>
        <p:blipFill>
          <a:blip r:embed="rId4"/>
          <a:stretch>
            <a:fillRect/>
          </a:stretch>
        </p:blipFill>
        <p:spPr>
          <a:xfrm>
            <a:off x="6676949" y="3110789"/>
            <a:ext cx="270662" cy="270662"/>
          </a:xfrm>
          <a:prstGeom prst="rect">
            <a:avLst/>
          </a:prstGeom>
        </p:spPr>
      </p:pic>
      <p:sp>
        <p:nvSpPr>
          <p:cNvPr id="45" name="Text 38"/>
          <p:cNvSpPr/>
          <p:nvPr/>
        </p:nvSpPr>
        <p:spPr>
          <a:xfrm>
            <a:off x="7178040" y="3017520"/>
            <a:ext cx="3840480" cy="548640"/>
          </a:xfrm>
          <a:prstGeom prst="rect">
            <a:avLst/>
          </a:prstGeom>
          <a:noFill/>
          <a:ln/>
        </p:spPr>
        <p:txBody>
          <a:bodyPr wrap="square" rtlCol="0" anchor="ctr"/>
          <a:lstStyle/>
          <a:p>
            <a:pPr marL="0" indent="0">
              <a:buNone/>
            </a:pPr>
            <a:r>
              <a:rPr lang="en-US" sz="1400" dirty="0">
                <a:solidFill>
                  <a:srgbClr val="FFFFFF"/>
                </a:solidFill>
                <a:latin typeface="Poppins" pitchFamily="34" charset="0"/>
                <a:ea typeface="Poppins" pitchFamily="34" charset="-122"/>
                <a:cs typeface="Poppins" pitchFamily="34" charset="-120"/>
              </a:rPr>
              <a:t>AI verifies business justification</a:t>
            </a:r>
            <a:endParaRPr lang="en-US" sz="1400" dirty="0"/>
          </a:p>
        </p:txBody>
      </p:sp>
      <p:pic>
        <p:nvPicPr>
          <p:cNvPr id="46" name="Image 5" descr="/home/claude/insight_deck/icons/checkcircle_cyan.png"/>
          <p:cNvPicPr>
            <a:picLocks noChangeAspect="1"/>
          </p:cNvPicPr>
          <p:nvPr/>
        </p:nvPicPr>
        <p:blipFill>
          <a:blip r:embed="rId4"/>
          <a:stretch>
            <a:fillRect/>
          </a:stretch>
        </p:blipFill>
        <p:spPr>
          <a:xfrm>
            <a:off x="6676949" y="3888029"/>
            <a:ext cx="270662" cy="270662"/>
          </a:xfrm>
          <a:prstGeom prst="rect">
            <a:avLst/>
          </a:prstGeom>
        </p:spPr>
      </p:pic>
      <p:sp>
        <p:nvSpPr>
          <p:cNvPr id="47" name="Text 39"/>
          <p:cNvSpPr/>
          <p:nvPr/>
        </p:nvSpPr>
        <p:spPr>
          <a:xfrm>
            <a:off x="7178040" y="3794760"/>
            <a:ext cx="3840480" cy="548640"/>
          </a:xfrm>
          <a:prstGeom prst="rect">
            <a:avLst/>
          </a:prstGeom>
          <a:noFill/>
          <a:ln/>
        </p:spPr>
        <p:txBody>
          <a:bodyPr wrap="square" rtlCol="0" anchor="ctr"/>
          <a:lstStyle/>
          <a:p>
            <a:pPr marL="0" indent="0">
              <a:buNone/>
            </a:pPr>
            <a:r>
              <a:rPr lang="en-US" sz="1400" dirty="0">
                <a:solidFill>
                  <a:srgbClr val="FFFFFF"/>
                </a:solidFill>
                <a:latin typeface="Poppins" pitchFamily="34" charset="0"/>
                <a:ea typeface="Poppins" pitchFamily="34" charset="-122"/>
                <a:cs typeface="Poppins" pitchFamily="34" charset="-120"/>
              </a:rPr>
              <a:t>Explainable Risk Analysis</a:t>
            </a:r>
            <a:endParaRPr lang="en-US" sz="1400" dirty="0"/>
          </a:p>
        </p:txBody>
      </p:sp>
      <p:pic>
        <p:nvPicPr>
          <p:cNvPr id="48" name="Image 6" descr="/home/claude/insight_deck/icons/checkcircle_cyan.png"/>
          <p:cNvPicPr>
            <a:picLocks noChangeAspect="1"/>
          </p:cNvPicPr>
          <p:nvPr/>
        </p:nvPicPr>
        <p:blipFill>
          <a:blip r:embed="rId4"/>
          <a:stretch>
            <a:fillRect/>
          </a:stretch>
        </p:blipFill>
        <p:spPr>
          <a:xfrm>
            <a:off x="6676949" y="4665269"/>
            <a:ext cx="270662" cy="270662"/>
          </a:xfrm>
          <a:prstGeom prst="rect">
            <a:avLst/>
          </a:prstGeom>
        </p:spPr>
      </p:pic>
      <p:sp>
        <p:nvSpPr>
          <p:cNvPr id="49" name="Text 40"/>
          <p:cNvSpPr/>
          <p:nvPr/>
        </p:nvSpPr>
        <p:spPr>
          <a:xfrm>
            <a:off x="7178040" y="4572000"/>
            <a:ext cx="3840480" cy="548640"/>
          </a:xfrm>
          <a:prstGeom prst="rect">
            <a:avLst/>
          </a:prstGeom>
          <a:noFill/>
          <a:ln/>
        </p:spPr>
        <p:txBody>
          <a:bodyPr wrap="square" rtlCol="0" anchor="ctr"/>
          <a:lstStyle/>
          <a:p>
            <a:pPr marL="0" indent="0">
              <a:buNone/>
            </a:pPr>
            <a:r>
              <a:rPr lang="en-US" sz="1400" dirty="0">
                <a:solidFill>
                  <a:srgbClr val="FFFFFF"/>
                </a:solidFill>
                <a:latin typeface="Poppins" pitchFamily="34" charset="0"/>
                <a:ea typeface="Poppins" pitchFamily="34" charset="-122"/>
                <a:cs typeface="Poppins" pitchFamily="34" charset="-120"/>
              </a:rPr>
              <a:t>Intelligent Investigation Support</a:t>
            </a:r>
            <a:endParaRPr lang="en-US" sz="1400" dirty="0"/>
          </a:p>
        </p:txBody>
      </p:sp>
      <p:sp>
        <p:nvSpPr>
          <p:cNvPr id="50" name="Text 41"/>
          <p:cNvSpPr/>
          <p:nvPr/>
        </p:nvSpPr>
        <p:spPr>
          <a:xfrm>
            <a:off x="548640" y="6528816"/>
            <a:ext cx="5486400" cy="256032"/>
          </a:xfrm>
          <a:prstGeom prst="rect">
            <a:avLst/>
          </a:prstGeom>
          <a:noFill/>
          <a:ln/>
        </p:spPr>
        <p:txBody>
          <a:bodyPr wrap="square" rtlCol="0" anchor="ctr"/>
          <a:lstStyle/>
          <a:p>
            <a:pPr marL="0" indent="0">
              <a:buNone/>
            </a:pPr>
            <a:r>
              <a:rPr lang="en-US" sz="850" kern="0" spc="120" dirty="0">
                <a:solidFill>
                  <a:srgbClr val="8A94B0"/>
                </a:solidFill>
                <a:latin typeface="Poppins" pitchFamily="34" charset="0"/>
                <a:ea typeface="Poppins" pitchFamily="34" charset="-122"/>
                <a:cs typeface="Poppins" pitchFamily="34" charset="-120"/>
              </a:rPr>
              <a:t>FINSPARK'26  ·  BANK OF MAHARASHTRA</a:t>
            </a:r>
            <a:endParaRPr lang="en-US" sz="850" dirty="0"/>
          </a:p>
        </p:txBody>
      </p:sp>
      <p:sp>
        <p:nvSpPr>
          <p:cNvPr id="51" name="Text 42"/>
          <p:cNvSpPr/>
          <p:nvPr/>
        </p:nvSpPr>
        <p:spPr>
          <a:xfrm>
            <a:off x="11338560" y="6528816"/>
            <a:ext cx="365760" cy="256032"/>
          </a:xfrm>
          <a:prstGeom prst="rect">
            <a:avLst/>
          </a:prstGeom>
          <a:noFill/>
          <a:ln/>
        </p:spPr>
        <p:txBody>
          <a:bodyPr wrap="square" rtlCol="0" anchor="ctr"/>
          <a:lstStyle/>
          <a:p>
            <a:pPr marL="0" indent="0" algn="r">
              <a:buNone/>
            </a:pPr>
            <a:r>
              <a:rPr lang="en-US" sz="900" dirty="0">
                <a:solidFill>
                  <a:srgbClr val="8A94B0"/>
                </a:solidFill>
                <a:latin typeface="IBM Plex Sans" pitchFamily="34" charset="0"/>
                <a:ea typeface="IBM Plex Sans" pitchFamily="34" charset="-122"/>
                <a:cs typeface="IBM Plex Sans"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a:extLst>
            <a:ext uri="{FF2B5EF4-FFF2-40B4-BE49-F238E27FC236}">
              <a16:creationId xmlns:a16="http://schemas.microsoft.com/office/drawing/2014/main" id="{13B605FF-DF1C-27B8-5EAB-F1DD7564A438}"/>
            </a:ext>
          </a:extLst>
        </p:cNvPr>
        <p:cNvGrpSpPr/>
        <p:nvPr/>
      </p:nvGrpSpPr>
      <p:grpSpPr>
        <a:xfrm>
          <a:off x="0" y="0"/>
          <a:ext cx="0" cy="0"/>
          <a:chOff x="0" y="0"/>
          <a:chExt cx="0" cy="0"/>
        </a:xfrm>
      </p:grpSpPr>
      <p:pic>
        <p:nvPicPr>
          <p:cNvPr id="278" name="Picture 277">
            <a:extLst>
              <a:ext uri="{FF2B5EF4-FFF2-40B4-BE49-F238E27FC236}">
                <a16:creationId xmlns:a16="http://schemas.microsoft.com/office/drawing/2014/main" id="{7DD99760-A115-49C7-860E-EDC0A83290E4}"/>
              </a:ext>
            </a:extLst>
          </p:cNvPr>
          <p:cNvPicPr>
            <a:picLocks noChangeAspect="1"/>
          </p:cNvPicPr>
          <p:nvPr/>
        </p:nvPicPr>
        <p:blipFill>
          <a:blip r:embed="rId3"/>
          <a:stretch>
            <a:fillRect/>
          </a:stretch>
        </p:blipFill>
        <p:spPr>
          <a:xfrm>
            <a:off x="199202" y="118600"/>
            <a:ext cx="11793596" cy="6620799"/>
          </a:xfrm>
          <a:prstGeom prst="rect">
            <a:avLst/>
          </a:prstGeom>
        </p:spPr>
      </p:pic>
      <p:pic>
        <p:nvPicPr>
          <p:cNvPr id="280" name="Picture 279">
            <a:extLst>
              <a:ext uri="{FF2B5EF4-FFF2-40B4-BE49-F238E27FC236}">
                <a16:creationId xmlns:a16="http://schemas.microsoft.com/office/drawing/2014/main" id="{45C3E2EF-C90F-6665-8CD3-4997D9F4C4A0}"/>
              </a:ext>
            </a:extLst>
          </p:cNvPr>
          <p:cNvPicPr>
            <a:picLocks noChangeAspect="1"/>
          </p:cNvPicPr>
          <p:nvPr/>
        </p:nvPicPr>
        <p:blipFill>
          <a:blip r:embed="rId4"/>
          <a:stretch>
            <a:fillRect/>
          </a:stretch>
        </p:blipFill>
        <p:spPr>
          <a:xfrm>
            <a:off x="11293608" y="6506731"/>
            <a:ext cx="409632" cy="133369"/>
          </a:xfrm>
          <a:prstGeom prst="rect">
            <a:avLst/>
          </a:prstGeom>
        </p:spPr>
      </p:pic>
    </p:spTree>
    <p:extLst>
      <p:ext uri="{BB962C8B-B14F-4D97-AF65-F5344CB8AC3E}">
        <p14:creationId xmlns:p14="http://schemas.microsoft.com/office/powerpoint/2010/main" val="2929624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a:extLst>
            <a:ext uri="{FF2B5EF4-FFF2-40B4-BE49-F238E27FC236}">
              <a16:creationId xmlns:a16="http://schemas.microsoft.com/office/drawing/2014/main" id="{D80588E1-56E4-1F84-5629-D52759221BCC}"/>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271D2D1E-DE74-F59A-5F77-6D17F8911FB8}"/>
              </a:ext>
            </a:extLst>
          </p:cNvPr>
          <p:cNvSpPr/>
          <p:nvPr/>
        </p:nvSpPr>
        <p:spPr>
          <a:xfrm>
            <a:off x="9692640" y="-2103120"/>
            <a:ext cx="5029200" cy="5029200"/>
          </a:xfrm>
          <a:prstGeom prst="ellipse">
            <a:avLst/>
          </a:prstGeom>
          <a:solidFill>
            <a:srgbClr val="00C2FF">
              <a:alpha val="8000"/>
            </a:srgbClr>
          </a:solidFill>
          <a:ln/>
        </p:spPr>
        <p:txBody>
          <a:bodyPr/>
          <a:lstStyle/>
          <a:p>
            <a:endParaRPr lang="en-IN"/>
          </a:p>
        </p:txBody>
      </p:sp>
      <p:sp>
        <p:nvSpPr>
          <p:cNvPr id="3" name="Shape 1">
            <a:extLst>
              <a:ext uri="{FF2B5EF4-FFF2-40B4-BE49-F238E27FC236}">
                <a16:creationId xmlns:a16="http://schemas.microsoft.com/office/drawing/2014/main" id="{80560F57-3F0A-87C6-3504-CB5C5CC72AAD}"/>
              </a:ext>
            </a:extLst>
          </p:cNvPr>
          <p:cNvSpPr/>
          <p:nvPr/>
        </p:nvSpPr>
        <p:spPr>
          <a:xfrm>
            <a:off x="-2011680" y="4572000"/>
            <a:ext cx="4754880" cy="4754880"/>
          </a:xfrm>
          <a:prstGeom prst="ellipse">
            <a:avLst/>
          </a:prstGeom>
          <a:solidFill>
            <a:srgbClr val="00C2FF">
              <a:alpha val="6000"/>
            </a:srgbClr>
          </a:solidFill>
          <a:ln/>
        </p:spPr>
        <p:txBody>
          <a:bodyPr/>
          <a:lstStyle/>
          <a:p>
            <a:endParaRPr lang="en-IN"/>
          </a:p>
        </p:txBody>
      </p:sp>
      <p:sp>
        <p:nvSpPr>
          <p:cNvPr id="4" name="Shape 2">
            <a:extLst>
              <a:ext uri="{FF2B5EF4-FFF2-40B4-BE49-F238E27FC236}">
                <a16:creationId xmlns:a16="http://schemas.microsoft.com/office/drawing/2014/main" id="{45795C1A-8369-4316-9333-DB4D36E7A2F8}"/>
              </a:ext>
            </a:extLst>
          </p:cNvPr>
          <p:cNvSpPr/>
          <p:nvPr/>
        </p:nvSpPr>
        <p:spPr>
          <a:xfrm>
            <a:off x="365760" y="256032"/>
            <a:ext cx="32004" cy="32004"/>
          </a:xfrm>
          <a:prstGeom prst="ellipse">
            <a:avLst/>
          </a:prstGeom>
          <a:solidFill>
            <a:srgbClr val="00C2FF">
              <a:alpha val="45000"/>
            </a:srgbClr>
          </a:solidFill>
          <a:ln/>
        </p:spPr>
        <p:txBody>
          <a:bodyPr/>
          <a:lstStyle/>
          <a:p>
            <a:endParaRPr lang="en-IN"/>
          </a:p>
        </p:txBody>
      </p:sp>
      <p:sp>
        <p:nvSpPr>
          <p:cNvPr id="5" name="Shape 3">
            <a:extLst>
              <a:ext uri="{FF2B5EF4-FFF2-40B4-BE49-F238E27FC236}">
                <a16:creationId xmlns:a16="http://schemas.microsoft.com/office/drawing/2014/main" id="{316204ED-0584-901F-AF50-B61B9461FF1A}"/>
              </a:ext>
            </a:extLst>
          </p:cNvPr>
          <p:cNvSpPr/>
          <p:nvPr/>
        </p:nvSpPr>
        <p:spPr>
          <a:xfrm>
            <a:off x="1234440" y="256032"/>
            <a:ext cx="32004" cy="32004"/>
          </a:xfrm>
          <a:prstGeom prst="ellipse">
            <a:avLst/>
          </a:prstGeom>
          <a:solidFill>
            <a:srgbClr val="00C2FF">
              <a:alpha val="45000"/>
            </a:srgbClr>
          </a:solidFill>
          <a:ln/>
        </p:spPr>
        <p:txBody>
          <a:bodyPr/>
          <a:lstStyle/>
          <a:p>
            <a:endParaRPr lang="en-IN"/>
          </a:p>
        </p:txBody>
      </p:sp>
      <p:sp>
        <p:nvSpPr>
          <p:cNvPr id="6" name="Shape 4">
            <a:extLst>
              <a:ext uri="{FF2B5EF4-FFF2-40B4-BE49-F238E27FC236}">
                <a16:creationId xmlns:a16="http://schemas.microsoft.com/office/drawing/2014/main" id="{2D3A82DE-7BC7-3ED8-AADC-DAFD8F1BB1EC}"/>
              </a:ext>
            </a:extLst>
          </p:cNvPr>
          <p:cNvSpPr/>
          <p:nvPr/>
        </p:nvSpPr>
        <p:spPr>
          <a:xfrm>
            <a:off x="2103120" y="256032"/>
            <a:ext cx="32004" cy="32004"/>
          </a:xfrm>
          <a:prstGeom prst="ellipse">
            <a:avLst/>
          </a:prstGeom>
          <a:solidFill>
            <a:srgbClr val="00C2FF">
              <a:alpha val="45000"/>
            </a:srgbClr>
          </a:solidFill>
          <a:ln/>
        </p:spPr>
        <p:txBody>
          <a:bodyPr/>
          <a:lstStyle/>
          <a:p>
            <a:endParaRPr lang="en-IN"/>
          </a:p>
        </p:txBody>
      </p:sp>
      <p:sp>
        <p:nvSpPr>
          <p:cNvPr id="7" name="Shape 5">
            <a:extLst>
              <a:ext uri="{FF2B5EF4-FFF2-40B4-BE49-F238E27FC236}">
                <a16:creationId xmlns:a16="http://schemas.microsoft.com/office/drawing/2014/main" id="{B2185690-74B8-4140-9EBC-C0C3122AD827}"/>
              </a:ext>
            </a:extLst>
          </p:cNvPr>
          <p:cNvSpPr/>
          <p:nvPr/>
        </p:nvSpPr>
        <p:spPr>
          <a:xfrm>
            <a:off x="2971800" y="256032"/>
            <a:ext cx="32004" cy="32004"/>
          </a:xfrm>
          <a:prstGeom prst="ellipse">
            <a:avLst/>
          </a:prstGeom>
          <a:solidFill>
            <a:srgbClr val="00C2FF">
              <a:alpha val="45000"/>
            </a:srgbClr>
          </a:solidFill>
          <a:ln/>
        </p:spPr>
        <p:txBody>
          <a:bodyPr/>
          <a:lstStyle/>
          <a:p>
            <a:endParaRPr lang="en-IN"/>
          </a:p>
        </p:txBody>
      </p:sp>
      <p:sp>
        <p:nvSpPr>
          <p:cNvPr id="8" name="Shape 6">
            <a:extLst>
              <a:ext uri="{FF2B5EF4-FFF2-40B4-BE49-F238E27FC236}">
                <a16:creationId xmlns:a16="http://schemas.microsoft.com/office/drawing/2014/main" id="{C2A2FD2B-227B-CC5A-0773-AC7A835C0C2F}"/>
              </a:ext>
            </a:extLst>
          </p:cNvPr>
          <p:cNvSpPr/>
          <p:nvPr/>
        </p:nvSpPr>
        <p:spPr>
          <a:xfrm>
            <a:off x="3840480" y="256032"/>
            <a:ext cx="32004" cy="32004"/>
          </a:xfrm>
          <a:prstGeom prst="ellipse">
            <a:avLst/>
          </a:prstGeom>
          <a:solidFill>
            <a:srgbClr val="00C2FF">
              <a:alpha val="45000"/>
            </a:srgbClr>
          </a:solidFill>
          <a:ln/>
        </p:spPr>
        <p:txBody>
          <a:bodyPr/>
          <a:lstStyle/>
          <a:p>
            <a:endParaRPr lang="en-IN"/>
          </a:p>
        </p:txBody>
      </p:sp>
      <p:sp>
        <p:nvSpPr>
          <p:cNvPr id="9" name="Shape 7">
            <a:extLst>
              <a:ext uri="{FF2B5EF4-FFF2-40B4-BE49-F238E27FC236}">
                <a16:creationId xmlns:a16="http://schemas.microsoft.com/office/drawing/2014/main" id="{73061D2B-F506-9C34-AA82-D24CF0C09935}"/>
              </a:ext>
            </a:extLst>
          </p:cNvPr>
          <p:cNvSpPr/>
          <p:nvPr/>
        </p:nvSpPr>
        <p:spPr>
          <a:xfrm>
            <a:off x="4709160" y="256032"/>
            <a:ext cx="32004" cy="32004"/>
          </a:xfrm>
          <a:prstGeom prst="ellipse">
            <a:avLst/>
          </a:prstGeom>
          <a:solidFill>
            <a:srgbClr val="00C2FF">
              <a:alpha val="45000"/>
            </a:srgbClr>
          </a:solidFill>
          <a:ln/>
        </p:spPr>
        <p:txBody>
          <a:bodyPr/>
          <a:lstStyle/>
          <a:p>
            <a:endParaRPr lang="en-IN"/>
          </a:p>
        </p:txBody>
      </p:sp>
      <p:sp>
        <p:nvSpPr>
          <p:cNvPr id="10" name="Shape 8">
            <a:extLst>
              <a:ext uri="{FF2B5EF4-FFF2-40B4-BE49-F238E27FC236}">
                <a16:creationId xmlns:a16="http://schemas.microsoft.com/office/drawing/2014/main" id="{D180F6A7-FC0D-C94C-3F15-E9A022BC9BF8}"/>
              </a:ext>
            </a:extLst>
          </p:cNvPr>
          <p:cNvSpPr/>
          <p:nvPr/>
        </p:nvSpPr>
        <p:spPr>
          <a:xfrm>
            <a:off x="5577840" y="256032"/>
            <a:ext cx="32004" cy="32004"/>
          </a:xfrm>
          <a:prstGeom prst="ellipse">
            <a:avLst/>
          </a:prstGeom>
          <a:solidFill>
            <a:srgbClr val="00C2FF">
              <a:alpha val="45000"/>
            </a:srgbClr>
          </a:solidFill>
          <a:ln/>
        </p:spPr>
        <p:txBody>
          <a:bodyPr/>
          <a:lstStyle/>
          <a:p>
            <a:endParaRPr lang="en-IN"/>
          </a:p>
        </p:txBody>
      </p:sp>
      <p:sp>
        <p:nvSpPr>
          <p:cNvPr id="11" name="Shape 9">
            <a:extLst>
              <a:ext uri="{FF2B5EF4-FFF2-40B4-BE49-F238E27FC236}">
                <a16:creationId xmlns:a16="http://schemas.microsoft.com/office/drawing/2014/main" id="{F13CCBEE-BE49-7A85-4AFA-75B425B9428E}"/>
              </a:ext>
            </a:extLst>
          </p:cNvPr>
          <p:cNvSpPr/>
          <p:nvPr/>
        </p:nvSpPr>
        <p:spPr>
          <a:xfrm>
            <a:off x="6446520" y="256032"/>
            <a:ext cx="32004" cy="32004"/>
          </a:xfrm>
          <a:prstGeom prst="ellipse">
            <a:avLst/>
          </a:prstGeom>
          <a:solidFill>
            <a:srgbClr val="00C2FF">
              <a:alpha val="45000"/>
            </a:srgbClr>
          </a:solidFill>
          <a:ln/>
        </p:spPr>
        <p:txBody>
          <a:bodyPr/>
          <a:lstStyle/>
          <a:p>
            <a:endParaRPr lang="en-IN"/>
          </a:p>
        </p:txBody>
      </p:sp>
      <p:sp>
        <p:nvSpPr>
          <p:cNvPr id="12" name="Shape 10">
            <a:extLst>
              <a:ext uri="{FF2B5EF4-FFF2-40B4-BE49-F238E27FC236}">
                <a16:creationId xmlns:a16="http://schemas.microsoft.com/office/drawing/2014/main" id="{CC8DBC18-A61E-6D06-0EB8-1BBDC34ED950}"/>
              </a:ext>
            </a:extLst>
          </p:cNvPr>
          <p:cNvSpPr/>
          <p:nvPr/>
        </p:nvSpPr>
        <p:spPr>
          <a:xfrm>
            <a:off x="7315200" y="256032"/>
            <a:ext cx="32004" cy="32004"/>
          </a:xfrm>
          <a:prstGeom prst="ellipse">
            <a:avLst/>
          </a:prstGeom>
          <a:solidFill>
            <a:srgbClr val="00C2FF">
              <a:alpha val="45000"/>
            </a:srgbClr>
          </a:solidFill>
          <a:ln/>
        </p:spPr>
        <p:txBody>
          <a:bodyPr/>
          <a:lstStyle/>
          <a:p>
            <a:endParaRPr lang="en-IN"/>
          </a:p>
        </p:txBody>
      </p:sp>
      <p:sp>
        <p:nvSpPr>
          <p:cNvPr id="13" name="Shape 11">
            <a:extLst>
              <a:ext uri="{FF2B5EF4-FFF2-40B4-BE49-F238E27FC236}">
                <a16:creationId xmlns:a16="http://schemas.microsoft.com/office/drawing/2014/main" id="{CC828C09-F001-574F-833F-9493BC9DDEB2}"/>
              </a:ext>
            </a:extLst>
          </p:cNvPr>
          <p:cNvSpPr/>
          <p:nvPr/>
        </p:nvSpPr>
        <p:spPr>
          <a:xfrm>
            <a:off x="8183880" y="256032"/>
            <a:ext cx="32004" cy="32004"/>
          </a:xfrm>
          <a:prstGeom prst="ellipse">
            <a:avLst/>
          </a:prstGeom>
          <a:solidFill>
            <a:srgbClr val="00C2FF">
              <a:alpha val="45000"/>
            </a:srgbClr>
          </a:solidFill>
          <a:ln/>
        </p:spPr>
        <p:txBody>
          <a:bodyPr/>
          <a:lstStyle/>
          <a:p>
            <a:endParaRPr lang="en-IN"/>
          </a:p>
        </p:txBody>
      </p:sp>
      <p:sp>
        <p:nvSpPr>
          <p:cNvPr id="14" name="Shape 12">
            <a:extLst>
              <a:ext uri="{FF2B5EF4-FFF2-40B4-BE49-F238E27FC236}">
                <a16:creationId xmlns:a16="http://schemas.microsoft.com/office/drawing/2014/main" id="{0D713DFB-8ACF-AD6B-ADB4-32E41912C291}"/>
              </a:ext>
            </a:extLst>
          </p:cNvPr>
          <p:cNvSpPr/>
          <p:nvPr/>
        </p:nvSpPr>
        <p:spPr>
          <a:xfrm>
            <a:off x="9052560" y="256032"/>
            <a:ext cx="32004" cy="32004"/>
          </a:xfrm>
          <a:prstGeom prst="ellipse">
            <a:avLst/>
          </a:prstGeom>
          <a:solidFill>
            <a:srgbClr val="00C2FF">
              <a:alpha val="45000"/>
            </a:srgbClr>
          </a:solidFill>
          <a:ln/>
        </p:spPr>
        <p:txBody>
          <a:bodyPr/>
          <a:lstStyle/>
          <a:p>
            <a:endParaRPr lang="en-IN"/>
          </a:p>
        </p:txBody>
      </p:sp>
      <p:sp>
        <p:nvSpPr>
          <p:cNvPr id="15" name="Shape 13">
            <a:extLst>
              <a:ext uri="{FF2B5EF4-FFF2-40B4-BE49-F238E27FC236}">
                <a16:creationId xmlns:a16="http://schemas.microsoft.com/office/drawing/2014/main" id="{AF6BA243-0535-5EE0-73C1-4C2E4189C2CB}"/>
              </a:ext>
            </a:extLst>
          </p:cNvPr>
          <p:cNvSpPr/>
          <p:nvPr/>
        </p:nvSpPr>
        <p:spPr>
          <a:xfrm>
            <a:off x="9921240" y="256032"/>
            <a:ext cx="32004" cy="32004"/>
          </a:xfrm>
          <a:prstGeom prst="ellipse">
            <a:avLst/>
          </a:prstGeom>
          <a:solidFill>
            <a:srgbClr val="00C2FF">
              <a:alpha val="45000"/>
            </a:srgbClr>
          </a:solidFill>
          <a:ln/>
        </p:spPr>
        <p:txBody>
          <a:bodyPr/>
          <a:lstStyle/>
          <a:p>
            <a:endParaRPr lang="en-IN"/>
          </a:p>
        </p:txBody>
      </p:sp>
      <p:sp>
        <p:nvSpPr>
          <p:cNvPr id="16" name="Shape 14">
            <a:extLst>
              <a:ext uri="{FF2B5EF4-FFF2-40B4-BE49-F238E27FC236}">
                <a16:creationId xmlns:a16="http://schemas.microsoft.com/office/drawing/2014/main" id="{AFE1000F-863A-1844-A874-CC157017F8F2}"/>
              </a:ext>
            </a:extLst>
          </p:cNvPr>
          <p:cNvSpPr/>
          <p:nvPr/>
        </p:nvSpPr>
        <p:spPr>
          <a:xfrm>
            <a:off x="10789920" y="256032"/>
            <a:ext cx="32004" cy="32004"/>
          </a:xfrm>
          <a:prstGeom prst="ellipse">
            <a:avLst/>
          </a:prstGeom>
          <a:solidFill>
            <a:srgbClr val="00C2FF">
              <a:alpha val="45000"/>
            </a:srgbClr>
          </a:solidFill>
          <a:ln/>
        </p:spPr>
        <p:txBody>
          <a:bodyPr/>
          <a:lstStyle/>
          <a:p>
            <a:endParaRPr lang="en-IN"/>
          </a:p>
        </p:txBody>
      </p:sp>
      <p:sp>
        <p:nvSpPr>
          <p:cNvPr id="17" name="Shape 15">
            <a:extLst>
              <a:ext uri="{FF2B5EF4-FFF2-40B4-BE49-F238E27FC236}">
                <a16:creationId xmlns:a16="http://schemas.microsoft.com/office/drawing/2014/main" id="{AE460D9F-0F78-7C2E-E258-3620B24D73E3}"/>
              </a:ext>
            </a:extLst>
          </p:cNvPr>
          <p:cNvSpPr/>
          <p:nvPr/>
        </p:nvSpPr>
        <p:spPr>
          <a:xfrm>
            <a:off x="11658600" y="256032"/>
            <a:ext cx="32004" cy="32004"/>
          </a:xfrm>
          <a:prstGeom prst="ellipse">
            <a:avLst/>
          </a:prstGeom>
          <a:solidFill>
            <a:srgbClr val="00C2FF">
              <a:alpha val="45000"/>
            </a:srgbClr>
          </a:solidFill>
          <a:ln/>
        </p:spPr>
        <p:txBody>
          <a:bodyPr/>
          <a:lstStyle/>
          <a:p>
            <a:endParaRPr lang="en-IN"/>
          </a:p>
        </p:txBody>
      </p:sp>
      <p:sp>
        <p:nvSpPr>
          <p:cNvPr id="18" name="Shape 16">
            <a:extLst>
              <a:ext uri="{FF2B5EF4-FFF2-40B4-BE49-F238E27FC236}">
                <a16:creationId xmlns:a16="http://schemas.microsoft.com/office/drawing/2014/main" id="{80D062E6-27F8-DE7A-E820-6FAB57408971}"/>
              </a:ext>
            </a:extLst>
          </p:cNvPr>
          <p:cNvSpPr/>
          <p:nvPr/>
        </p:nvSpPr>
        <p:spPr>
          <a:xfrm>
            <a:off x="365760" y="6601968"/>
            <a:ext cx="32004" cy="32004"/>
          </a:xfrm>
          <a:prstGeom prst="ellipse">
            <a:avLst/>
          </a:prstGeom>
          <a:solidFill>
            <a:srgbClr val="00C2FF">
              <a:alpha val="45000"/>
            </a:srgbClr>
          </a:solidFill>
          <a:ln/>
        </p:spPr>
        <p:txBody>
          <a:bodyPr/>
          <a:lstStyle/>
          <a:p>
            <a:endParaRPr lang="en-IN"/>
          </a:p>
        </p:txBody>
      </p:sp>
      <p:sp>
        <p:nvSpPr>
          <p:cNvPr id="19" name="Shape 17">
            <a:extLst>
              <a:ext uri="{FF2B5EF4-FFF2-40B4-BE49-F238E27FC236}">
                <a16:creationId xmlns:a16="http://schemas.microsoft.com/office/drawing/2014/main" id="{B802E789-70DD-577A-C656-A9587819538F}"/>
              </a:ext>
            </a:extLst>
          </p:cNvPr>
          <p:cNvSpPr/>
          <p:nvPr/>
        </p:nvSpPr>
        <p:spPr>
          <a:xfrm>
            <a:off x="1234440" y="6601968"/>
            <a:ext cx="32004" cy="32004"/>
          </a:xfrm>
          <a:prstGeom prst="ellipse">
            <a:avLst/>
          </a:prstGeom>
          <a:solidFill>
            <a:srgbClr val="00C2FF">
              <a:alpha val="45000"/>
            </a:srgbClr>
          </a:solidFill>
          <a:ln/>
        </p:spPr>
        <p:txBody>
          <a:bodyPr/>
          <a:lstStyle/>
          <a:p>
            <a:endParaRPr lang="en-IN"/>
          </a:p>
        </p:txBody>
      </p:sp>
      <p:sp>
        <p:nvSpPr>
          <p:cNvPr id="20" name="Shape 18">
            <a:extLst>
              <a:ext uri="{FF2B5EF4-FFF2-40B4-BE49-F238E27FC236}">
                <a16:creationId xmlns:a16="http://schemas.microsoft.com/office/drawing/2014/main" id="{E07D6C8B-3633-D352-738C-883698DF61F9}"/>
              </a:ext>
            </a:extLst>
          </p:cNvPr>
          <p:cNvSpPr/>
          <p:nvPr/>
        </p:nvSpPr>
        <p:spPr>
          <a:xfrm>
            <a:off x="2103120" y="6601968"/>
            <a:ext cx="32004" cy="32004"/>
          </a:xfrm>
          <a:prstGeom prst="ellipse">
            <a:avLst/>
          </a:prstGeom>
          <a:solidFill>
            <a:srgbClr val="00C2FF">
              <a:alpha val="45000"/>
            </a:srgbClr>
          </a:solidFill>
          <a:ln/>
        </p:spPr>
        <p:txBody>
          <a:bodyPr/>
          <a:lstStyle/>
          <a:p>
            <a:endParaRPr lang="en-IN"/>
          </a:p>
        </p:txBody>
      </p:sp>
      <p:sp>
        <p:nvSpPr>
          <p:cNvPr id="21" name="Shape 19">
            <a:extLst>
              <a:ext uri="{FF2B5EF4-FFF2-40B4-BE49-F238E27FC236}">
                <a16:creationId xmlns:a16="http://schemas.microsoft.com/office/drawing/2014/main" id="{3ADE4BE4-1F15-0E06-609A-D2DDD7AE6B5C}"/>
              </a:ext>
            </a:extLst>
          </p:cNvPr>
          <p:cNvSpPr/>
          <p:nvPr/>
        </p:nvSpPr>
        <p:spPr>
          <a:xfrm>
            <a:off x="2971800" y="6601968"/>
            <a:ext cx="32004" cy="32004"/>
          </a:xfrm>
          <a:prstGeom prst="ellipse">
            <a:avLst/>
          </a:prstGeom>
          <a:solidFill>
            <a:srgbClr val="00C2FF">
              <a:alpha val="45000"/>
            </a:srgbClr>
          </a:solidFill>
          <a:ln/>
        </p:spPr>
        <p:txBody>
          <a:bodyPr/>
          <a:lstStyle/>
          <a:p>
            <a:endParaRPr lang="en-IN"/>
          </a:p>
        </p:txBody>
      </p:sp>
      <p:sp>
        <p:nvSpPr>
          <p:cNvPr id="22" name="Shape 20">
            <a:extLst>
              <a:ext uri="{FF2B5EF4-FFF2-40B4-BE49-F238E27FC236}">
                <a16:creationId xmlns:a16="http://schemas.microsoft.com/office/drawing/2014/main" id="{B907EF83-DC73-B895-7430-C0E4ACAFCFF8}"/>
              </a:ext>
            </a:extLst>
          </p:cNvPr>
          <p:cNvSpPr/>
          <p:nvPr/>
        </p:nvSpPr>
        <p:spPr>
          <a:xfrm>
            <a:off x="3840480" y="6601968"/>
            <a:ext cx="32004" cy="32004"/>
          </a:xfrm>
          <a:prstGeom prst="ellipse">
            <a:avLst/>
          </a:prstGeom>
          <a:solidFill>
            <a:srgbClr val="00C2FF">
              <a:alpha val="45000"/>
            </a:srgbClr>
          </a:solidFill>
          <a:ln/>
        </p:spPr>
        <p:txBody>
          <a:bodyPr/>
          <a:lstStyle/>
          <a:p>
            <a:endParaRPr lang="en-IN"/>
          </a:p>
        </p:txBody>
      </p:sp>
      <p:sp>
        <p:nvSpPr>
          <p:cNvPr id="23" name="Shape 21">
            <a:extLst>
              <a:ext uri="{FF2B5EF4-FFF2-40B4-BE49-F238E27FC236}">
                <a16:creationId xmlns:a16="http://schemas.microsoft.com/office/drawing/2014/main" id="{BC0CA088-FE4A-E4BC-B6E4-AC4B9F197323}"/>
              </a:ext>
            </a:extLst>
          </p:cNvPr>
          <p:cNvSpPr/>
          <p:nvPr/>
        </p:nvSpPr>
        <p:spPr>
          <a:xfrm>
            <a:off x="4709160" y="6601968"/>
            <a:ext cx="32004" cy="32004"/>
          </a:xfrm>
          <a:prstGeom prst="ellipse">
            <a:avLst/>
          </a:prstGeom>
          <a:solidFill>
            <a:srgbClr val="00C2FF">
              <a:alpha val="45000"/>
            </a:srgbClr>
          </a:solidFill>
          <a:ln/>
        </p:spPr>
        <p:txBody>
          <a:bodyPr/>
          <a:lstStyle/>
          <a:p>
            <a:endParaRPr lang="en-IN"/>
          </a:p>
        </p:txBody>
      </p:sp>
      <p:sp>
        <p:nvSpPr>
          <p:cNvPr id="24" name="Shape 22">
            <a:extLst>
              <a:ext uri="{FF2B5EF4-FFF2-40B4-BE49-F238E27FC236}">
                <a16:creationId xmlns:a16="http://schemas.microsoft.com/office/drawing/2014/main" id="{10265CEB-1EF4-E74E-BE00-3D06AE7FEB2E}"/>
              </a:ext>
            </a:extLst>
          </p:cNvPr>
          <p:cNvSpPr/>
          <p:nvPr/>
        </p:nvSpPr>
        <p:spPr>
          <a:xfrm>
            <a:off x="5577840" y="6601968"/>
            <a:ext cx="32004" cy="32004"/>
          </a:xfrm>
          <a:prstGeom prst="ellipse">
            <a:avLst/>
          </a:prstGeom>
          <a:solidFill>
            <a:srgbClr val="00C2FF">
              <a:alpha val="45000"/>
            </a:srgbClr>
          </a:solidFill>
          <a:ln/>
        </p:spPr>
        <p:txBody>
          <a:bodyPr/>
          <a:lstStyle/>
          <a:p>
            <a:endParaRPr lang="en-IN"/>
          </a:p>
        </p:txBody>
      </p:sp>
      <p:sp>
        <p:nvSpPr>
          <p:cNvPr id="25" name="Shape 23">
            <a:extLst>
              <a:ext uri="{FF2B5EF4-FFF2-40B4-BE49-F238E27FC236}">
                <a16:creationId xmlns:a16="http://schemas.microsoft.com/office/drawing/2014/main" id="{356AFB0D-F34C-29BB-BEBB-CE6A6798FEF7}"/>
              </a:ext>
            </a:extLst>
          </p:cNvPr>
          <p:cNvSpPr/>
          <p:nvPr/>
        </p:nvSpPr>
        <p:spPr>
          <a:xfrm>
            <a:off x="6446520" y="6601968"/>
            <a:ext cx="32004" cy="32004"/>
          </a:xfrm>
          <a:prstGeom prst="ellipse">
            <a:avLst/>
          </a:prstGeom>
          <a:solidFill>
            <a:srgbClr val="00C2FF">
              <a:alpha val="45000"/>
            </a:srgbClr>
          </a:solidFill>
          <a:ln/>
        </p:spPr>
        <p:txBody>
          <a:bodyPr/>
          <a:lstStyle/>
          <a:p>
            <a:endParaRPr lang="en-IN"/>
          </a:p>
        </p:txBody>
      </p:sp>
      <p:sp>
        <p:nvSpPr>
          <p:cNvPr id="26" name="Shape 24">
            <a:extLst>
              <a:ext uri="{FF2B5EF4-FFF2-40B4-BE49-F238E27FC236}">
                <a16:creationId xmlns:a16="http://schemas.microsoft.com/office/drawing/2014/main" id="{F26FBA54-F068-CD44-66F1-9D1A1D0B89CD}"/>
              </a:ext>
            </a:extLst>
          </p:cNvPr>
          <p:cNvSpPr/>
          <p:nvPr/>
        </p:nvSpPr>
        <p:spPr>
          <a:xfrm>
            <a:off x="7315200" y="6601968"/>
            <a:ext cx="32004" cy="32004"/>
          </a:xfrm>
          <a:prstGeom prst="ellipse">
            <a:avLst/>
          </a:prstGeom>
          <a:solidFill>
            <a:srgbClr val="00C2FF">
              <a:alpha val="45000"/>
            </a:srgbClr>
          </a:solidFill>
          <a:ln/>
        </p:spPr>
        <p:txBody>
          <a:bodyPr/>
          <a:lstStyle/>
          <a:p>
            <a:endParaRPr lang="en-IN"/>
          </a:p>
        </p:txBody>
      </p:sp>
      <p:sp>
        <p:nvSpPr>
          <p:cNvPr id="27" name="Shape 25">
            <a:extLst>
              <a:ext uri="{FF2B5EF4-FFF2-40B4-BE49-F238E27FC236}">
                <a16:creationId xmlns:a16="http://schemas.microsoft.com/office/drawing/2014/main" id="{C3CF8622-2050-663A-4D9C-1447CB1A1FE7}"/>
              </a:ext>
            </a:extLst>
          </p:cNvPr>
          <p:cNvSpPr/>
          <p:nvPr/>
        </p:nvSpPr>
        <p:spPr>
          <a:xfrm>
            <a:off x="8183880" y="6601968"/>
            <a:ext cx="32004" cy="32004"/>
          </a:xfrm>
          <a:prstGeom prst="ellipse">
            <a:avLst/>
          </a:prstGeom>
          <a:solidFill>
            <a:srgbClr val="00C2FF">
              <a:alpha val="45000"/>
            </a:srgbClr>
          </a:solidFill>
          <a:ln/>
        </p:spPr>
        <p:txBody>
          <a:bodyPr/>
          <a:lstStyle/>
          <a:p>
            <a:endParaRPr lang="en-IN"/>
          </a:p>
        </p:txBody>
      </p:sp>
      <p:sp>
        <p:nvSpPr>
          <p:cNvPr id="28" name="Shape 26">
            <a:extLst>
              <a:ext uri="{FF2B5EF4-FFF2-40B4-BE49-F238E27FC236}">
                <a16:creationId xmlns:a16="http://schemas.microsoft.com/office/drawing/2014/main" id="{B15250E3-7A5B-D3A4-442B-2049C1E04F88}"/>
              </a:ext>
            </a:extLst>
          </p:cNvPr>
          <p:cNvSpPr/>
          <p:nvPr/>
        </p:nvSpPr>
        <p:spPr>
          <a:xfrm>
            <a:off x="9052560" y="6601968"/>
            <a:ext cx="32004" cy="32004"/>
          </a:xfrm>
          <a:prstGeom prst="ellipse">
            <a:avLst/>
          </a:prstGeom>
          <a:solidFill>
            <a:srgbClr val="00C2FF">
              <a:alpha val="45000"/>
            </a:srgbClr>
          </a:solidFill>
          <a:ln/>
        </p:spPr>
        <p:txBody>
          <a:bodyPr/>
          <a:lstStyle/>
          <a:p>
            <a:endParaRPr lang="en-IN"/>
          </a:p>
        </p:txBody>
      </p:sp>
      <p:sp>
        <p:nvSpPr>
          <p:cNvPr id="29" name="Shape 27">
            <a:extLst>
              <a:ext uri="{FF2B5EF4-FFF2-40B4-BE49-F238E27FC236}">
                <a16:creationId xmlns:a16="http://schemas.microsoft.com/office/drawing/2014/main" id="{94D5BDAE-93EB-7BBD-F026-C216B76B888A}"/>
              </a:ext>
            </a:extLst>
          </p:cNvPr>
          <p:cNvSpPr/>
          <p:nvPr/>
        </p:nvSpPr>
        <p:spPr>
          <a:xfrm>
            <a:off x="9921240" y="6601968"/>
            <a:ext cx="32004" cy="32004"/>
          </a:xfrm>
          <a:prstGeom prst="ellipse">
            <a:avLst/>
          </a:prstGeom>
          <a:solidFill>
            <a:srgbClr val="00C2FF">
              <a:alpha val="45000"/>
            </a:srgbClr>
          </a:solidFill>
          <a:ln/>
        </p:spPr>
        <p:txBody>
          <a:bodyPr/>
          <a:lstStyle/>
          <a:p>
            <a:endParaRPr lang="en-IN"/>
          </a:p>
        </p:txBody>
      </p:sp>
      <p:sp>
        <p:nvSpPr>
          <p:cNvPr id="30" name="Shape 28">
            <a:extLst>
              <a:ext uri="{FF2B5EF4-FFF2-40B4-BE49-F238E27FC236}">
                <a16:creationId xmlns:a16="http://schemas.microsoft.com/office/drawing/2014/main" id="{2729AAEE-EBA6-812A-B45F-01DDCB0A1DA6}"/>
              </a:ext>
            </a:extLst>
          </p:cNvPr>
          <p:cNvSpPr/>
          <p:nvPr/>
        </p:nvSpPr>
        <p:spPr>
          <a:xfrm>
            <a:off x="10789920" y="6601968"/>
            <a:ext cx="32004" cy="32004"/>
          </a:xfrm>
          <a:prstGeom prst="ellipse">
            <a:avLst/>
          </a:prstGeom>
          <a:solidFill>
            <a:srgbClr val="00C2FF">
              <a:alpha val="45000"/>
            </a:srgbClr>
          </a:solidFill>
          <a:ln/>
        </p:spPr>
        <p:txBody>
          <a:bodyPr/>
          <a:lstStyle/>
          <a:p>
            <a:endParaRPr lang="en-IN"/>
          </a:p>
        </p:txBody>
      </p:sp>
      <p:sp>
        <p:nvSpPr>
          <p:cNvPr id="31" name="Shape 29">
            <a:extLst>
              <a:ext uri="{FF2B5EF4-FFF2-40B4-BE49-F238E27FC236}">
                <a16:creationId xmlns:a16="http://schemas.microsoft.com/office/drawing/2014/main" id="{754951D6-C9A1-E32C-B00A-5F1A6FDFA9FD}"/>
              </a:ext>
            </a:extLst>
          </p:cNvPr>
          <p:cNvSpPr/>
          <p:nvPr/>
        </p:nvSpPr>
        <p:spPr>
          <a:xfrm>
            <a:off x="11658600" y="6601968"/>
            <a:ext cx="32004" cy="32004"/>
          </a:xfrm>
          <a:prstGeom prst="ellipse">
            <a:avLst/>
          </a:prstGeom>
          <a:solidFill>
            <a:srgbClr val="00C2FF">
              <a:alpha val="45000"/>
            </a:srgbClr>
          </a:solidFill>
          <a:ln/>
        </p:spPr>
        <p:txBody>
          <a:bodyPr/>
          <a:lstStyle/>
          <a:p>
            <a:endParaRPr lang="en-IN"/>
          </a:p>
        </p:txBody>
      </p:sp>
      <p:sp>
        <p:nvSpPr>
          <p:cNvPr id="32" name="Text 30">
            <a:extLst>
              <a:ext uri="{FF2B5EF4-FFF2-40B4-BE49-F238E27FC236}">
                <a16:creationId xmlns:a16="http://schemas.microsoft.com/office/drawing/2014/main" id="{D5AF5050-F736-0EAE-F8CC-45EFBF643FA5}"/>
              </a:ext>
            </a:extLst>
          </p:cNvPr>
          <p:cNvSpPr/>
          <p:nvPr/>
        </p:nvSpPr>
        <p:spPr>
          <a:xfrm>
            <a:off x="548640" y="384048"/>
            <a:ext cx="5486400" cy="274320"/>
          </a:xfrm>
          <a:prstGeom prst="rect">
            <a:avLst/>
          </a:prstGeom>
          <a:noFill/>
          <a:ln/>
        </p:spPr>
        <p:txBody>
          <a:bodyPr wrap="square" rtlCol="0" anchor="ctr"/>
          <a:lstStyle/>
          <a:p>
            <a:pPr marL="0" indent="0">
              <a:buNone/>
            </a:pPr>
            <a:endParaRPr lang="en-US" sz="1100" dirty="0"/>
          </a:p>
        </p:txBody>
      </p:sp>
      <p:sp>
        <p:nvSpPr>
          <p:cNvPr id="33" name="Text 31">
            <a:extLst>
              <a:ext uri="{FF2B5EF4-FFF2-40B4-BE49-F238E27FC236}">
                <a16:creationId xmlns:a16="http://schemas.microsoft.com/office/drawing/2014/main" id="{FCF3D573-2CB2-C983-4064-462AD400C316}"/>
              </a:ext>
            </a:extLst>
          </p:cNvPr>
          <p:cNvSpPr/>
          <p:nvPr/>
        </p:nvSpPr>
        <p:spPr>
          <a:xfrm>
            <a:off x="548640" y="640080"/>
            <a:ext cx="5120640" cy="1554480"/>
          </a:xfrm>
          <a:prstGeom prst="rect">
            <a:avLst/>
          </a:prstGeom>
          <a:noFill/>
          <a:ln/>
        </p:spPr>
        <p:txBody>
          <a:bodyPr wrap="square" rtlCol="0" anchor="ctr"/>
          <a:lstStyle/>
          <a:p>
            <a:pPr marL="0" indent="0">
              <a:lnSpc>
                <a:spcPct val="105000"/>
              </a:lnSpc>
              <a:buNone/>
            </a:pPr>
            <a:r>
              <a:rPr lang="en-US" sz="3800" b="1" dirty="0">
                <a:solidFill>
                  <a:schemeClr val="bg1"/>
                </a:solidFill>
              </a:rPr>
              <a:t>DURESS PASSWORD                          MECHANISM</a:t>
            </a:r>
          </a:p>
        </p:txBody>
      </p:sp>
      <p:sp>
        <p:nvSpPr>
          <p:cNvPr id="34" name="Text 32">
            <a:extLst>
              <a:ext uri="{FF2B5EF4-FFF2-40B4-BE49-F238E27FC236}">
                <a16:creationId xmlns:a16="http://schemas.microsoft.com/office/drawing/2014/main" id="{9C446079-FEDC-C9C0-AFC6-E5208920C885}"/>
              </a:ext>
            </a:extLst>
          </p:cNvPr>
          <p:cNvSpPr/>
          <p:nvPr/>
        </p:nvSpPr>
        <p:spPr>
          <a:xfrm>
            <a:off x="518922" y="2807208"/>
            <a:ext cx="4846320" cy="1188720"/>
          </a:xfrm>
          <a:prstGeom prst="rect">
            <a:avLst/>
          </a:prstGeom>
          <a:noFill/>
          <a:ln/>
        </p:spPr>
        <p:txBody>
          <a:bodyPr wrap="square" rtlCol="0" anchor="ctr"/>
          <a:lstStyle/>
          <a:p>
            <a:pPr>
              <a:lnSpc>
                <a:spcPct val="130000"/>
              </a:lnSpc>
            </a:pPr>
            <a:r>
              <a:rPr lang="en-IN" sz="1400" b="1" dirty="0">
                <a:solidFill>
                  <a:schemeClr val="bg1"/>
                </a:solidFill>
              </a:rPr>
              <a:t>Covert Emergency Authentication</a:t>
            </a:r>
            <a:r>
              <a:rPr lang="en-IN" sz="1400" dirty="0">
                <a:solidFill>
                  <a:schemeClr val="bg1"/>
                </a:solidFill>
              </a:rPr>
              <a:t> enables employees under coercion to silently alert the Security Operations </a:t>
            </a:r>
            <a:r>
              <a:rPr lang="en-IN" sz="1400" dirty="0" err="1">
                <a:solidFill>
                  <a:schemeClr val="bg1"/>
                </a:solidFill>
              </a:rPr>
              <a:t>Center</a:t>
            </a:r>
            <a:r>
              <a:rPr lang="en-IN" sz="1400" dirty="0">
                <a:solidFill>
                  <a:schemeClr val="bg1"/>
                </a:solidFill>
              </a:rPr>
              <a:t> (SOC) while maintaining normal system </a:t>
            </a:r>
            <a:r>
              <a:rPr lang="en-IN" sz="1400" dirty="0" err="1">
                <a:solidFill>
                  <a:schemeClr val="bg1"/>
                </a:solidFill>
              </a:rPr>
              <a:t>behavior</a:t>
            </a:r>
            <a:r>
              <a:rPr lang="en-IN" sz="1400" dirty="0">
                <a:solidFill>
                  <a:schemeClr val="bg1"/>
                </a:solidFill>
              </a:rPr>
              <a:t>. This ensures rapid response without alerting the attacker.</a:t>
            </a:r>
            <a:endParaRPr lang="en-US" sz="1350" dirty="0">
              <a:solidFill>
                <a:schemeClr val="bg1"/>
              </a:solidFill>
            </a:endParaRPr>
          </a:p>
        </p:txBody>
      </p:sp>
      <p:sp>
        <p:nvSpPr>
          <p:cNvPr id="35" name="Shape 33">
            <a:extLst>
              <a:ext uri="{FF2B5EF4-FFF2-40B4-BE49-F238E27FC236}">
                <a16:creationId xmlns:a16="http://schemas.microsoft.com/office/drawing/2014/main" id="{8C8703B2-79ED-9BA7-8C26-EF29B3428589}"/>
              </a:ext>
            </a:extLst>
          </p:cNvPr>
          <p:cNvSpPr/>
          <p:nvPr/>
        </p:nvSpPr>
        <p:spPr>
          <a:xfrm>
            <a:off x="6309360" y="502920"/>
            <a:ext cx="457200" cy="457200"/>
          </a:xfrm>
          <a:prstGeom prst="ellipse">
            <a:avLst/>
          </a:prstGeom>
          <a:solidFill>
            <a:srgbClr val="1B2A4A"/>
          </a:solidFill>
          <a:ln/>
        </p:spPr>
        <p:txBody>
          <a:bodyPr/>
          <a:lstStyle/>
          <a:p>
            <a:endParaRPr lang="en-IN"/>
          </a:p>
        </p:txBody>
      </p:sp>
      <p:pic>
        <p:nvPicPr>
          <p:cNvPr id="36" name="Image 0" descr="/home/claude/insight_deck/icons/user_cyan.png">
            <a:extLst>
              <a:ext uri="{FF2B5EF4-FFF2-40B4-BE49-F238E27FC236}">
                <a16:creationId xmlns:a16="http://schemas.microsoft.com/office/drawing/2014/main" id="{8BF6903F-962F-FFE4-5DB4-44420330F9E5}"/>
              </a:ext>
            </a:extLst>
          </p:cNvPr>
          <p:cNvPicPr>
            <a:picLocks noChangeAspect="1"/>
          </p:cNvPicPr>
          <p:nvPr/>
        </p:nvPicPr>
        <p:blipFill>
          <a:blip r:embed="rId3"/>
          <a:stretch>
            <a:fillRect/>
          </a:stretch>
        </p:blipFill>
        <p:spPr>
          <a:xfrm>
            <a:off x="6368796" y="562356"/>
            <a:ext cx="338328" cy="338328"/>
          </a:xfrm>
          <a:prstGeom prst="rect">
            <a:avLst/>
          </a:prstGeom>
        </p:spPr>
      </p:pic>
      <p:sp>
        <p:nvSpPr>
          <p:cNvPr id="37" name="Text 34">
            <a:extLst>
              <a:ext uri="{FF2B5EF4-FFF2-40B4-BE49-F238E27FC236}">
                <a16:creationId xmlns:a16="http://schemas.microsoft.com/office/drawing/2014/main" id="{8679EDE4-8880-656E-6A9A-6CA409212410}"/>
              </a:ext>
            </a:extLst>
          </p:cNvPr>
          <p:cNvSpPr/>
          <p:nvPr/>
        </p:nvSpPr>
        <p:spPr>
          <a:xfrm>
            <a:off x="6995160" y="548640"/>
            <a:ext cx="4572000" cy="384048"/>
          </a:xfrm>
          <a:prstGeom prst="rect">
            <a:avLst/>
          </a:prstGeom>
          <a:noFill/>
          <a:ln/>
        </p:spPr>
        <p:txBody>
          <a:bodyPr wrap="square" rtlCol="0" anchor="ctr"/>
          <a:lstStyle/>
          <a:p>
            <a:pPr marL="0" indent="0">
              <a:buNone/>
            </a:pPr>
            <a:r>
              <a:rPr lang="en-US" sz="1300" dirty="0">
                <a:solidFill>
                  <a:srgbClr val="FFFFFF"/>
                </a:solidFill>
                <a:latin typeface="Poppins" pitchFamily="34" charset="0"/>
                <a:cs typeface="Poppins" pitchFamily="34" charset="-120"/>
              </a:rPr>
              <a:t>3- Password Authentication</a:t>
            </a:r>
            <a:endParaRPr lang="en-US" sz="1300" dirty="0"/>
          </a:p>
        </p:txBody>
      </p:sp>
      <p:sp>
        <p:nvSpPr>
          <p:cNvPr id="38" name="Shape 35">
            <a:extLst>
              <a:ext uri="{FF2B5EF4-FFF2-40B4-BE49-F238E27FC236}">
                <a16:creationId xmlns:a16="http://schemas.microsoft.com/office/drawing/2014/main" id="{557DB656-B4E6-57B3-55F4-408562E561B6}"/>
              </a:ext>
            </a:extLst>
          </p:cNvPr>
          <p:cNvSpPr/>
          <p:nvPr/>
        </p:nvSpPr>
        <p:spPr>
          <a:xfrm>
            <a:off x="6537960" y="960120"/>
            <a:ext cx="0" cy="301752"/>
          </a:xfrm>
          <a:prstGeom prst="line">
            <a:avLst/>
          </a:prstGeom>
          <a:noFill/>
          <a:ln w="19050">
            <a:solidFill>
              <a:srgbClr val="2C3D63"/>
            </a:solidFill>
            <a:prstDash val="solid"/>
          </a:ln>
        </p:spPr>
        <p:txBody>
          <a:bodyPr/>
          <a:lstStyle/>
          <a:p>
            <a:endParaRPr lang="en-IN"/>
          </a:p>
        </p:txBody>
      </p:sp>
      <p:sp>
        <p:nvSpPr>
          <p:cNvPr id="39" name="Shape 36">
            <a:extLst>
              <a:ext uri="{FF2B5EF4-FFF2-40B4-BE49-F238E27FC236}">
                <a16:creationId xmlns:a16="http://schemas.microsoft.com/office/drawing/2014/main" id="{60DC4FE5-EE1F-13F9-B08D-B75ED4ACF474}"/>
              </a:ext>
            </a:extLst>
          </p:cNvPr>
          <p:cNvSpPr/>
          <p:nvPr/>
        </p:nvSpPr>
        <p:spPr>
          <a:xfrm>
            <a:off x="6309360" y="1261872"/>
            <a:ext cx="457200" cy="457200"/>
          </a:xfrm>
          <a:prstGeom prst="ellipse">
            <a:avLst/>
          </a:prstGeom>
          <a:solidFill>
            <a:srgbClr val="1B2A4A"/>
          </a:solidFill>
          <a:ln/>
        </p:spPr>
        <p:txBody>
          <a:bodyPr/>
          <a:lstStyle/>
          <a:p>
            <a:endParaRPr lang="en-IN"/>
          </a:p>
        </p:txBody>
      </p:sp>
      <p:pic>
        <p:nvPicPr>
          <p:cNvPr id="40" name="Image 1" descr="/home/claude/insight_deck/icons/filetext_cyan.png">
            <a:extLst>
              <a:ext uri="{FF2B5EF4-FFF2-40B4-BE49-F238E27FC236}">
                <a16:creationId xmlns:a16="http://schemas.microsoft.com/office/drawing/2014/main" id="{E18AF187-C34C-6B50-20A3-A5B376E5A264}"/>
              </a:ext>
            </a:extLst>
          </p:cNvPr>
          <p:cNvPicPr>
            <a:picLocks noChangeAspect="1"/>
          </p:cNvPicPr>
          <p:nvPr/>
        </p:nvPicPr>
        <p:blipFill>
          <a:blip r:embed="rId4"/>
          <a:stretch>
            <a:fillRect/>
          </a:stretch>
        </p:blipFill>
        <p:spPr>
          <a:xfrm>
            <a:off x="6368796" y="1321308"/>
            <a:ext cx="338328" cy="338328"/>
          </a:xfrm>
          <a:prstGeom prst="rect">
            <a:avLst/>
          </a:prstGeom>
        </p:spPr>
      </p:pic>
      <p:sp>
        <p:nvSpPr>
          <p:cNvPr id="41" name="Text 37">
            <a:extLst>
              <a:ext uri="{FF2B5EF4-FFF2-40B4-BE49-F238E27FC236}">
                <a16:creationId xmlns:a16="http://schemas.microsoft.com/office/drawing/2014/main" id="{A3145B43-7D4A-9CAF-F8A4-3859BAF8352B}"/>
              </a:ext>
            </a:extLst>
          </p:cNvPr>
          <p:cNvSpPr/>
          <p:nvPr/>
        </p:nvSpPr>
        <p:spPr>
          <a:xfrm>
            <a:off x="6995160" y="1307592"/>
            <a:ext cx="4572000" cy="384048"/>
          </a:xfrm>
          <a:prstGeom prst="rect">
            <a:avLst/>
          </a:prstGeom>
          <a:noFill/>
          <a:ln/>
        </p:spPr>
        <p:txBody>
          <a:bodyPr wrap="square" rtlCol="0" anchor="ctr"/>
          <a:lstStyle/>
          <a:p>
            <a:pPr marL="0" indent="0">
              <a:buNone/>
            </a:pPr>
            <a:r>
              <a:rPr lang="en-US" sz="1300" dirty="0">
                <a:solidFill>
                  <a:srgbClr val="FFFFFF"/>
                </a:solidFill>
                <a:latin typeface="Poppins" pitchFamily="34" charset="0"/>
                <a:cs typeface="Poppins" pitchFamily="34" charset="-120"/>
              </a:rPr>
              <a:t>Login + Normal Emergency</a:t>
            </a:r>
            <a:endParaRPr lang="en-US" sz="1300" dirty="0"/>
          </a:p>
        </p:txBody>
      </p:sp>
      <p:sp>
        <p:nvSpPr>
          <p:cNvPr id="42" name="Shape 38">
            <a:extLst>
              <a:ext uri="{FF2B5EF4-FFF2-40B4-BE49-F238E27FC236}">
                <a16:creationId xmlns:a16="http://schemas.microsoft.com/office/drawing/2014/main" id="{E55A93D9-49A6-C791-F974-E6A1B943FA9B}"/>
              </a:ext>
            </a:extLst>
          </p:cNvPr>
          <p:cNvSpPr/>
          <p:nvPr/>
        </p:nvSpPr>
        <p:spPr>
          <a:xfrm>
            <a:off x="6537960" y="1719072"/>
            <a:ext cx="0" cy="301752"/>
          </a:xfrm>
          <a:prstGeom prst="line">
            <a:avLst/>
          </a:prstGeom>
          <a:noFill/>
          <a:ln w="19050">
            <a:solidFill>
              <a:srgbClr val="2C3D63"/>
            </a:solidFill>
            <a:prstDash val="solid"/>
          </a:ln>
        </p:spPr>
        <p:txBody>
          <a:bodyPr/>
          <a:lstStyle/>
          <a:p>
            <a:endParaRPr lang="en-IN"/>
          </a:p>
        </p:txBody>
      </p:sp>
      <p:sp>
        <p:nvSpPr>
          <p:cNvPr id="43" name="Shape 39">
            <a:extLst>
              <a:ext uri="{FF2B5EF4-FFF2-40B4-BE49-F238E27FC236}">
                <a16:creationId xmlns:a16="http://schemas.microsoft.com/office/drawing/2014/main" id="{567FD19D-D00B-13DD-096C-8B7B3B9C42AA}"/>
              </a:ext>
            </a:extLst>
          </p:cNvPr>
          <p:cNvSpPr/>
          <p:nvPr/>
        </p:nvSpPr>
        <p:spPr>
          <a:xfrm>
            <a:off x="6309360" y="2020824"/>
            <a:ext cx="457200" cy="457200"/>
          </a:xfrm>
          <a:prstGeom prst="ellipse">
            <a:avLst/>
          </a:prstGeom>
          <a:solidFill>
            <a:srgbClr val="1B2A4A"/>
          </a:solidFill>
          <a:ln/>
        </p:spPr>
        <p:txBody>
          <a:bodyPr/>
          <a:lstStyle/>
          <a:p>
            <a:endParaRPr lang="en-IN"/>
          </a:p>
        </p:txBody>
      </p:sp>
      <p:pic>
        <p:nvPicPr>
          <p:cNvPr id="44" name="Image 2" descr="/home/claude/insight_deck/icons/usercheck_cyan.png">
            <a:extLst>
              <a:ext uri="{FF2B5EF4-FFF2-40B4-BE49-F238E27FC236}">
                <a16:creationId xmlns:a16="http://schemas.microsoft.com/office/drawing/2014/main" id="{2D0307E4-AC3A-28CA-8E3B-658DB92FA644}"/>
              </a:ext>
            </a:extLst>
          </p:cNvPr>
          <p:cNvPicPr>
            <a:picLocks noChangeAspect="1"/>
          </p:cNvPicPr>
          <p:nvPr/>
        </p:nvPicPr>
        <p:blipFill>
          <a:blip r:embed="rId5"/>
          <a:stretch>
            <a:fillRect/>
          </a:stretch>
        </p:blipFill>
        <p:spPr>
          <a:xfrm>
            <a:off x="6368796" y="2080260"/>
            <a:ext cx="338328" cy="338328"/>
          </a:xfrm>
          <a:prstGeom prst="rect">
            <a:avLst/>
          </a:prstGeom>
        </p:spPr>
      </p:pic>
      <p:sp>
        <p:nvSpPr>
          <p:cNvPr id="45" name="Text 40">
            <a:extLst>
              <a:ext uri="{FF2B5EF4-FFF2-40B4-BE49-F238E27FC236}">
                <a16:creationId xmlns:a16="http://schemas.microsoft.com/office/drawing/2014/main" id="{1CEA9B1A-8B11-0129-5005-C283949FD832}"/>
              </a:ext>
            </a:extLst>
          </p:cNvPr>
          <p:cNvSpPr/>
          <p:nvPr/>
        </p:nvSpPr>
        <p:spPr>
          <a:xfrm>
            <a:off x="6995160" y="2066544"/>
            <a:ext cx="4572000" cy="384048"/>
          </a:xfrm>
          <a:prstGeom prst="rect">
            <a:avLst/>
          </a:prstGeom>
          <a:noFill/>
          <a:ln/>
        </p:spPr>
        <p:txBody>
          <a:bodyPr wrap="square" rtlCol="0" anchor="ctr"/>
          <a:lstStyle/>
          <a:p>
            <a:pPr marL="0" indent="0">
              <a:buNone/>
            </a:pPr>
            <a:r>
              <a:rPr lang="en-US" sz="1300" dirty="0">
                <a:solidFill>
                  <a:srgbClr val="FFFFFF"/>
                </a:solidFill>
                <a:latin typeface="Poppins" pitchFamily="34" charset="0"/>
                <a:cs typeface="Poppins" pitchFamily="34" charset="-120"/>
              </a:rPr>
              <a:t>Password</a:t>
            </a:r>
            <a:endParaRPr lang="en-US" sz="1300" dirty="0"/>
          </a:p>
        </p:txBody>
      </p:sp>
      <p:sp>
        <p:nvSpPr>
          <p:cNvPr id="46" name="Shape 41">
            <a:extLst>
              <a:ext uri="{FF2B5EF4-FFF2-40B4-BE49-F238E27FC236}">
                <a16:creationId xmlns:a16="http://schemas.microsoft.com/office/drawing/2014/main" id="{BB4FDA66-0E33-7DE1-31CF-573287555857}"/>
              </a:ext>
            </a:extLst>
          </p:cNvPr>
          <p:cNvSpPr/>
          <p:nvPr/>
        </p:nvSpPr>
        <p:spPr>
          <a:xfrm>
            <a:off x="6537960" y="2478024"/>
            <a:ext cx="0" cy="301752"/>
          </a:xfrm>
          <a:prstGeom prst="line">
            <a:avLst/>
          </a:prstGeom>
          <a:noFill/>
          <a:ln w="19050">
            <a:solidFill>
              <a:srgbClr val="2C3D63"/>
            </a:solidFill>
            <a:prstDash val="solid"/>
          </a:ln>
        </p:spPr>
        <p:txBody>
          <a:bodyPr/>
          <a:lstStyle/>
          <a:p>
            <a:endParaRPr lang="en-IN"/>
          </a:p>
        </p:txBody>
      </p:sp>
      <p:sp>
        <p:nvSpPr>
          <p:cNvPr id="47" name="Shape 42">
            <a:extLst>
              <a:ext uri="{FF2B5EF4-FFF2-40B4-BE49-F238E27FC236}">
                <a16:creationId xmlns:a16="http://schemas.microsoft.com/office/drawing/2014/main" id="{0C132F02-B93E-D837-4022-1321CFB1A7ED}"/>
              </a:ext>
            </a:extLst>
          </p:cNvPr>
          <p:cNvSpPr/>
          <p:nvPr/>
        </p:nvSpPr>
        <p:spPr>
          <a:xfrm>
            <a:off x="6309360" y="2779776"/>
            <a:ext cx="457200" cy="457200"/>
          </a:xfrm>
          <a:prstGeom prst="ellipse">
            <a:avLst/>
          </a:prstGeom>
          <a:solidFill>
            <a:srgbClr val="1B2A4A"/>
          </a:solidFill>
          <a:ln/>
        </p:spPr>
        <p:txBody>
          <a:bodyPr/>
          <a:lstStyle/>
          <a:p>
            <a:endParaRPr lang="en-IN"/>
          </a:p>
        </p:txBody>
      </p:sp>
      <p:pic>
        <p:nvPicPr>
          <p:cNvPr id="48" name="Image 3" descr="/home/claude/insight_deck/icons/shield_cyan.png">
            <a:extLst>
              <a:ext uri="{FF2B5EF4-FFF2-40B4-BE49-F238E27FC236}">
                <a16:creationId xmlns:a16="http://schemas.microsoft.com/office/drawing/2014/main" id="{15450D13-039D-BDA6-4B83-DA99E6037E78}"/>
              </a:ext>
            </a:extLst>
          </p:cNvPr>
          <p:cNvPicPr>
            <a:picLocks noChangeAspect="1"/>
          </p:cNvPicPr>
          <p:nvPr/>
        </p:nvPicPr>
        <p:blipFill>
          <a:blip r:embed="rId6"/>
          <a:stretch>
            <a:fillRect/>
          </a:stretch>
        </p:blipFill>
        <p:spPr>
          <a:xfrm>
            <a:off x="6368796" y="2839212"/>
            <a:ext cx="338328" cy="338328"/>
          </a:xfrm>
          <a:prstGeom prst="rect">
            <a:avLst/>
          </a:prstGeom>
        </p:spPr>
      </p:pic>
      <p:sp>
        <p:nvSpPr>
          <p:cNvPr id="49" name="Text 43">
            <a:extLst>
              <a:ext uri="{FF2B5EF4-FFF2-40B4-BE49-F238E27FC236}">
                <a16:creationId xmlns:a16="http://schemas.microsoft.com/office/drawing/2014/main" id="{544CC849-B6C5-8FA9-D1FA-5B65E01900B0}"/>
              </a:ext>
            </a:extLst>
          </p:cNvPr>
          <p:cNvSpPr/>
          <p:nvPr/>
        </p:nvSpPr>
        <p:spPr>
          <a:xfrm>
            <a:off x="6995160" y="2825496"/>
            <a:ext cx="4572000" cy="384048"/>
          </a:xfrm>
          <a:prstGeom prst="rect">
            <a:avLst/>
          </a:prstGeom>
          <a:noFill/>
          <a:ln/>
        </p:spPr>
        <p:txBody>
          <a:bodyPr wrap="square" rtlCol="0" anchor="ctr"/>
          <a:lstStyle/>
          <a:p>
            <a:pPr marL="0" indent="0">
              <a:buNone/>
            </a:pPr>
            <a:r>
              <a:rPr lang="en-US" sz="1300" dirty="0">
                <a:solidFill>
                  <a:srgbClr val="FFFFFF"/>
                </a:solidFill>
                <a:latin typeface="Poppins" pitchFamily="34" charset="0"/>
                <a:cs typeface="Poppins" pitchFamily="34" charset="-120"/>
              </a:rPr>
              <a:t>Detects Coercion</a:t>
            </a:r>
            <a:endParaRPr lang="en-US" sz="1300" dirty="0"/>
          </a:p>
        </p:txBody>
      </p:sp>
      <p:sp>
        <p:nvSpPr>
          <p:cNvPr id="50" name="Shape 44">
            <a:extLst>
              <a:ext uri="{FF2B5EF4-FFF2-40B4-BE49-F238E27FC236}">
                <a16:creationId xmlns:a16="http://schemas.microsoft.com/office/drawing/2014/main" id="{5435E3FD-F510-6435-A357-E1A1E1000E03}"/>
              </a:ext>
            </a:extLst>
          </p:cNvPr>
          <p:cNvSpPr/>
          <p:nvPr/>
        </p:nvSpPr>
        <p:spPr>
          <a:xfrm>
            <a:off x="6537960" y="3236976"/>
            <a:ext cx="0" cy="301752"/>
          </a:xfrm>
          <a:prstGeom prst="line">
            <a:avLst/>
          </a:prstGeom>
          <a:noFill/>
          <a:ln w="19050">
            <a:solidFill>
              <a:srgbClr val="2C3D63"/>
            </a:solidFill>
            <a:prstDash val="solid"/>
          </a:ln>
        </p:spPr>
        <p:txBody>
          <a:bodyPr/>
          <a:lstStyle/>
          <a:p>
            <a:endParaRPr lang="en-IN"/>
          </a:p>
        </p:txBody>
      </p:sp>
      <p:sp>
        <p:nvSpPr>
          <p:cNvPr id="51" name="Shape 45">
            <a:extLst>
              <a:ext uri="{FF2B5EF4-FFF2-40B4-BE49-F238E27FC236}">
                <a16:creationId xmlns:a16="http://schemas.microsoft.com/office/drawing/2014/main" id="{A043CE02-E3FC-2678-D189-0764999B71B2}"/>
              </a:ext>
            </a:extLst>
          </p:cNvPr>
          <p:cNvSpPr/>
          <p:nvPr/>
        </p:nvSpPr>
        <p:spPr>
          <a:xfrm>
            <a:off x="6309360" y="3538728"/>
            <a:ext cx="457200" cy="457200"/>
          </a:xfrm>
          <a:prstGeom prst="ellipse">
            <a:avLst/>
          </a:prstGeom>
          <a:solidFill>
            <a:srgbClr val="1B2A4A"/>
          </a:solidFill>
          <a:ln/>
        </p:spPr>
        <p:txBody>
          <a:bodyPr/>
          <a:lstStyle/>
          <a:p>
            <a:endParaRPr lang="en-IN"/>
          </a:p>
        </p:txBody>
      </p:sp>
      <p:pic>
        <p:nvPicPr>
          <p:cNvPr id="52" name="Image 4" descr="/home/claude/insight_deck/icons/alerttriangle_cyan.png">
            <a:extLst>
              <a:ext uri="{FF2B5EF4-FFF2-40B4-BE49-F238E27FC236}">
                <a16:creationId xmlns:a16="http://schemas.microsoft.com/office/drawing/2014/main" id="{CB3D5B05-5403-70F9-CC84-540251A498F4}"/>
              </a:ext>
            </a:extLst>
          </p:cNvPr>
          <p:cNvPicPr>
            <a:picLocks noChangeAspect="1"/>
          </p:cNvPicPr>
          <p:nvPr/>
        </p:nvPicPr>
        <p:blipFill>
          <a:blip r:embed="rId7"/>
          <a:stretch>
            <a:fillRect/>
          </a:stretch>
        </p:blipFill>
        <p:spPr>
          <a:xfrm>
            <a:off x="6368796" y="3598164"/>
            <a:ext cx="338328" cy="338328"/>
          </a:xfrm>
          <a:prstGeom prst="rect">
            <a:avLst/>
          </a:prstGeom>
        </p:spPr>
      </p:pic>
      <p:sp>
        <p:nvSpPr>
          <p:cNvPr id="53" name="Text 46">
            <a:extLst>
              <a:ext uri="{FF2B5EF4-FFF2-40B4-BE49-F238E27FC236}">
                <a16:creationId xmlns:a16="http://schemas.microsoft.com/office/drawing/2014/main" id="{8D08BCD8-108E-E072-7236-D9099A2065AE}"/>
              </a:ext>
            </a:extLst>
          </p:cNvPr>
          <p:cNvSpPr/>
          <p:nvPr/>
        </p:nvSpPr>
        <p:spPr>
          <a:xfrm>
            <a:off x="6995160" y="3584448"/>
            <a:ext cx="4572000" cy="384048"/>
          </a:xfrm>
          <a:prstGeom prst="rect">
            <a:avLst/>
          </a:prstGeom>
          <a:noFill/>
          <a:ln/>
        </p:spPr>
        <p:txBody>
          <a:bodyPr wrap="square" rtlCol="0" anchor="ctr"/>
          <a:lstStyle/>
          <a:p>
            <a:pPr marL="0" indent="0">
              <a:buNone/>
            </a:pPr>
            <a:r>
              <a:rPr lang="en-US" sz="1300" dirty="0">
                <a:solidFill>
                  <a:srgbClr val="FFFFFF"/>
                </a:solidFill>
                <a:latin typeface="Poppins" pitchFamily="34" charset="0"/>
                <a:cs typeface="Poppins" pitchFamily="34" charset="-120"/>
              </a:rPr>
              <a:t>Silent SOC Alert</a:t>
            </a:r>
            <a:endParaRPr lang="en-US" sz="1300" dirty="0"/>
          </a:p>
        </p:txBody>
      </p:sp>
      <p:sp>
        <p:nvSpPr>
          <p:cNvPr id="54" name="Shape 47">
            <a:extLst>
              <a:ext uri="{FF2B5EF4-FFF2-40B4-BE49-F238E27FC236}">
                <a16:creationId xmlns:a16="http://schemas.microsoft.com/office/drawing/2014/main" id="{4F8F8E85-16EB-ED5B-9DAE-DC493F9969F0}"/>
              </a:ext>
            </a:extLst>
          </p:cNvPr>
          <p:cNvSpPr/>
          <p:nvPr/>
        </p:nvSpPr>
        <p:spPr>
          <a:xfrm>
            <a:off x="6537960" y="3995928"/>
            <a:ext cx="0" cy="301752"/>
          </a:xfrm>
          <a:prstGeom prst="line">
            <a:avLst/>
          </a:prstGeom>
          <a:noFill/>
          <a:ln w="19050">
            <a:solidFill>
              <a:srgbClr val="2C3D63"/>
            </a:solidFill>
            <a:prstDash val="solid"/>
          </a:ln>
        </p:spPr>
        <p:txBody>
          <a:bodyPr/>
          <a:lstStyle/>
          <a:p>
            <a:endParaRPr lang="en-IN"/>
          </a:p>
        </p:txBody>
      </p:sp>
      <p:sp>
        <p:nvSpPr>
          <p:cNvPr id="55" name="Shape 48">
            <a:extLst>
              <a:ext uri="{FF2B5EF4-FFF2-40B4-BE49-F238E27FC236}">
                <a16:creationId xmlns:a16="http://schemas.microsoft.com/office/drawing/2014/main" id="{7FE6E55B-2EE7-0B16-58E9-3EA22C8DBE4F}"/>
              </a:ext>
            </a:extLst>
          </p:cNvPr>
          <p:cNvSpPr/>
          <p:nvPr/>
        </p:nvSpPr>
        <p:spPr>
          <a:xfrm>
            <a:off x="6309360" y="4297680"/>
            <a:ext cx="457200" cy="457200"/>
          </a:xfrm>
          <a:prstGeom prst="ellipse">
            <a:avLst/>
          </a:prstGeom>
          <a:solidFill>
            <a:srgbClr val="1B2A4A"/>
          </a:solidFill>
          <a:ln/>
        </p:spPr>
        <p:txBody>
          <a:bodyPr/>
          <a:lstStyle/>
          <a:p>
            <a:endParaRPr lang="en-IN"/>
          </a:p>
        </p:txBody>
      </p:sp>
      <p:pic>
        <p:nvPicPr>
          <p:cNvPr id="56" name="Image 5" descr="/home/claude/insight_deck/icons/users_cyan.png">
            <a:extLst>
              <a:ext uri="{FF2B5EF4-FFF2-40B4-BE49-F238E27FC236}">
                <a16:creationId xmlns:a16="http://schemas.microsoft.com/office/drawing/2014/main" id="{6E9D3B7F-2A27-EC38-82EC-2DA6F6608841}"/>
              </a:ext>
            </a:extLst>
          </p:cNvPr>
          <p:cNvPicPr>
            <a:picLocks noChangeAspect="1"/>
          </p:cNvPicPr>
          <p:nvPr/>
        </p:nvPicPr>
        <p:blipFill>
          <a:blip r:embed="rId8"/>
          <a:stretch>
            <a:fillRect/>
          </a:stretch>
        </p:blipFill>
        <p:spPr>
          <a:xfrm>
            <a:off x="6368796" y="4357116"/>
            <a:ext cx="338328" cy="338328"/>
          </a:xfrm>
          <a:prstGeom prst="rect">
            <a:avLst/>
          </a:prstGeom>
        </p:spPr>
      </p:pic>
      <p:sp>
        <p:nvSpPr>
          <p:cNvPr id="57" name="Text 49">
            <a:extLst>
              <a:ext uri="{FF2B5EF4-FFF2-40B4-BE49-F238E27FC236}">
                <a16:creationId xmlns:a16="http://schemas.microsoft.com/office/drawing/2014/main" id="{7CD50ECE-64EC-5D07-113E-0A60182E4232}"/>
              </a:ext>
            </a:extLst>
          </p:cNvPr>
          <p:cNvSpPr/>
          <p:nvPr/>
        </p:nvSpPr>
        <p:spPr>
          <a:xfrm>
            <a:off x="6995160" y="4343400"/>
            <a:ext cx="4572000" cy="384048"/>
          </a:xfrm>
          <a:prstGeom prst="rect">
            <a:avLst/>
          </a:prstGeom>
          <a:noFill/>
          <a:ln/>
        </p:spPr>
        <p:txBody>
          <a:bodyPr wrap="square" rtlCol="0" anchor="ctr"/>
          <a:lstStyle/>
          <a:p>
            <a:pPr marL="0" indent="0">
              <a:buNone/>
            </a:pPr>
            <a:r>
              <a:rPr lang="en-US" sz="1300" dirty="0">
                <a:solidFill>
                  <a:srgbClr val="FFFFFF"/>
                </a:solidFill>
                <a:latin typeface="Poppins" pitchFamily="34" charset="0"/>
                <a:cs typeface="Poppins" pitchFamily="34" charset="-120"/>
              </a:rPr>
              <a:t>Restricts Sensitive Actions</a:t>
            </a:r>
            <a:endParaRPr lang="en-US" sz="1300" dirty="0"/>
          </a:p>
        </p:txBody>
      </p:sp>
      <p:sp>
        <p:nvSpPr>
          <p:cNvPr id="58" name="Shape 50">
            <a:extLst>
              <a:ext uri="{FF2B5EF4-FFF2-40B4-BE49-F238E27FC236}">
                <a16:creationId xmlns:a16="http://schemas.microsoft.com/office/drawing/2014/main" id="{9B018858-BF5E-A30F-F00F-BC96B27FD0F7}"/>
              </a:ext>
            </a:extLst>
          </p:cNvPr>
          <p:cNvSpPr/>
          <p:nvPr/>
        </p:nvSpPr>
        <p:spPr>
          <a:xfrm>
            <a:off x="6537960" y="4754880"/>
            <a:ext cx="0" cy="301752"/>
          </a:xfrm>
          <a:prstGeom prst="line">
            <a:avLst/>
          </a:prstGeom>
          <a:noFill/>
          <a:ln w="19050">
            <a:solidFill>
              <a:srgbClr val="2C3D63"/>
            </a:solidFill>
            <a:prstDash val="solid"/>
          </a:ln>
        </p:spPr>
        <p:txBody>
          <a:bodyPr/>
          <a:lstStyle/>
          <a:p>
            <a:endParaRPr lang="en-IN"/>
          </a:p>
        </p:txBody>
      </p:sp>
      <p:sp>
        <p:nvSpPr>
          <p:cNvPr id="59" name="Shape 51">
            <a:extLst>
              <a:ext uri="{FF2B5EF4-FFF2-40B4-BE49-F238E27FC236}">
                <a16:creationId xmlns:a16="http://schemas.microsoft.com/office/drawing/2014/main" id="{4C6D9331-9C17-2D8B-EB93-30F723AC9BBD}"/>
              </a:ext>
            </a:extLst>
          </p:cNvPr>
          <p:cNvSpPr/>
          <p:nvPr/>
        </p:nvSpPr>
        <p:spPr>
          <a:xfrm>
            <a:off x="6309360" y="5056632"/>
            <a:ext cx="457200" cy="457200"/>
          </a:xfrm>
          <a:prstGeom prst="ellipse">
            <a:avLst/>
          </a:prstGeom>
          <a:solidFill>
            <a:srgbClr val="1B2A4A"/>
          </a:solidFill>
          <a:ln/>
        </p:spPr>
        <p:txBody>
          <a:bodyPr/>
          <a:lstStyle/>
          <a:p>
            <a:endParaRPr lang="en-IN"/>
          </a:p>
        </p:txBody>
      </p:sp>
      <p:pic>
        <p:nvPicPr>
          <p:cNvPr id="60" name="Image 6" descr="/home/claude/insight_deck/icons/barchart_cyan.png">
            <a:extLst>
              <a:ext uri="{FF2B5EF4-FFF2-40B4-BE49-F238E27FC236}">
                <a16:creationId xmlns:a16="http://schemas.microsoft.com/office/drawing/2014/main" id="{309ED190-1B80-0BB9-A772-7C9D4AA63E61}"/>
              </a:ext>
            </a:extLst>
          </p:cNvPr>
          <p:cNvPicPr>
            <a:picLocks noChangeAspect="1"/>
          </p:cNvPicPr>
          <p:nvPr/>
        </p:nvPicPr>
        <p:blipFill>
          <a:blip r:embed="rId9"/>
          <a:stretch>
            <a:fillRect/>
          </a:stretch>
        </p:blipFill>
        <p:spPr>
          <a:xfrm>
            <a:off x="6368796" y="5116068"/>
            <a:ext cx="338328" cy="338328"/>
          </a:xfrm>
          <a:prstGeom prst="rect">
            <a:avLst/>
          </a:prstGeom>
        </p:spPr>
      </p:pic>
      <p:sp>
        <p:nvSpPr>
          <p:cNvPr id="61" name="Text 52">
            <a:extLst>
              <a:ext uri="{FF2B5EF4-FFF2-40B4-BE49-F238E27FC236}">
                <a16:creationId xmlns:a16="http://schemas.microsoft.com/office/drawing/2014/main" id="{FD6585C1-5119-8011-6522-A207D22ED0B1}"/>
              </a:ext>
            </a:extLst>
          </p:cNvPr>
          <p:cNvSpPr/>
          <p:nvPr/>
        </p:nvSpPr>
        <p:spPr>
          <a:xfrm>
            <a:off x="6995160" y="5102352"/>
            <a:ext cx="4572000" cy="384048"/>
          </a:xfrm>
          <a:prstGeom prst="rect">
            <a:avLst/>
          </a:prstGeom>
          <a:noFill/>
          <a:ln/>
        </p:spPr>
        <p:txBody>
          <a:bodyPr wrap="square" rtlCol="0" anchor="ctr"/>
          <a:lstStyle/>
          <a:p>
            <a:pPr marL="0" indent="0">
              <a:buNone/>
            </a:pPr>
            <a:r>
              <a:rPr lang="en-US" sz="1300" dirty="0">
                <a:solidFill>
                  <a:srgbClr val="FFFFFF"/>
                </a:solidFill>
                <a:latin typeface="Poppins" pitchFamily="34" charset="0"/>
                <a:cs typeface="Poppins" pitchFamily="34" charset="-120"/>
              </a:rPr>
              <a:t>Strengthens </a:t>
            </a:r>
            <a:r>
              <a:rPr lang="en-US" sz="1300" dirty="0" err="1">
                <a:solidFill>
                  <a:srgbClr val="FFFFFF"/>
                </a:solidFill>
                <a:latin typeface="Poppins" pitchFamily="34" charset="0"/>
                <a:cs typeface="Poppins" pitchFamily="34" charset="-120"/>
              </a:rPr>
              <a:t>Priviledge</a:t>
            </a:r>
            <a:r>
              <a:rPr lang="en-US" sz="1300" dirty="0">
                <a:solidFill>
                  <a:srgbClr val="FFFFFF"/>
                </a:solidFill>
                <a:latin typeface="Poppins" pitchFamily="34" charset="0"/>
                <a:cs typeface="Poppins" pitchFamily="34" charset="-120"/>
              </a:rPr>
              <a:t>  Access</a:t>
            </a:r>
            <a:endParaRPr lang="en-US" sz="1300" dirty="0"/>
          </a:p>
        </p:txBody>
      </p:sp>
      <p:sp>
        <p:nvSpPr>
          <p:cNvPr id="66" name="Text 56">
            <a:extLst>
              <a:ext uri="{FF2B5EF4-FFF2-40B4-BE49-F238E27FC236}">
                <a16:creationId xmlns:a16="http://schemas.microsoft.com/office/drawing/2014/main" id="{50DBDA6A-1635-CD2E-1CED-FE4519F56CD6}"/>
              </a:ext>
            </a:extLst>
          </p:cNvPr>
          <p:cNvSpPr/>
          <p:nvPr/>
        </p:nvSpPr>
        <p:spPr>
          <a:xfrm>
            <a:off x="548640" y="6528816"/>
            <a:ext cx="5486400" cy="256032"/>
          </a:xfrm>
          <a:prstGeom prst="rect">
            <a:avLst/>
          </a:prstGeom>
          <a:noFill/>
          <a:ln/>
        </p:spPr>
        <p:txBody>
          <a:bodyPr wrap="square" rtlCol="0" anchor="ctr"/>
          <a:lstStyle/>
          <a:p>
            <a:pPr marL="0" indent="0">
              <a:buNone/>
            </a:pPr>
            <a:r>
              <a:rPr lang="en-US" sz="850" kern="0" spc="120" dirty="0">
                <a:solidFill>
                  <a:srgbClr val="8A94B0"/>
                </a:solidFill>
                <a:latin typeface="Poppins" pitchFamily="34" charset="0"/>
                <a:ea typeface="Poppins" pitchFamily="34" charset="-122"/>
                <a:cs typeface="Poppins" pitchFamily="34" charset="-120"/>
              </a:rPr>
              <a:t>FINSPARK'26  ·  BANK OF MAHARASHTRA</a:t>
            </a:r>
            <a:endParaRPr lang="en-US" sz="850" dirty="0"/>
          </a:p>
        </p:txBody>
      </p:sp>
      <p:sp>
        <p:nvSpPr>
          <p:cNvPr id="67" name="Text 57">
            <a:extLst>
              <a:ext uri="{FF2B5EF4-FFF2-40B4-BE49-F238E27FC236}">
                <a16:creationId xmlns:a16="http://schemas.microsoft.com/office/drawing/2014/main" id="{ED817CAF-7471-046B-541C-E54201E8BC45}"/>
              </a:ext>
            </a:extLst>
          </p:cNvPr>
          <p:cNvSpPr/>
          <p:nvPr/>
        </p:nvSpPr>
        <p:spPr>
          <a:xfrm>
            <a:off x="11338560" y="6528816"/>
            <a:ext cx="365760" cy="256032"/>
          </a:xfrm>
          <a:prstGeom prst="rect">
            <a:avLst/>
          </a:prstGeom>
          <a:noFill/>
          <a:ln/>
        </p:spPr>
        <p:txBody>
          <a:bodyPr wrap="square" rtlCol="0" anchor="ctr"/>
          <a:lstStyle/>
          <a:p>
            <a:pPr marL="0" indent="0" algn="r">
              <a:buNone/>
            </a:pPr>
            <a:r>
              <a:rPr lang="en-US" sz="900" dirty="0">
                <a:solidFill>
                  <a:srgbClr val="8A94B0"/>
                </a:solidFill>
                <a:latin typeface="IBM Plex Sans" pitchFamily="34" charset="0"/>
                <a:ea typeface="IBM Plex Sans" pitchFamily="34" charset="-122"/>
                <a:cs typeface="IBM Plex Sans" pitchFamily="34" charset="-120"/>
              </a:rPr>
              <a:t>07</a:t>
            </a:r>
            <a:endParaRPr lang="en-US" sz="900" dirty="0"/>
          </a:p>
        </p:txBody>
      </p:sp>
      <p:sp>
        <p:nvSpPr>
          <p:cNvPr id="70" name="TextBox 69">
            <a:extLst>
              <a:ext uri="{FF2B5EF4-FFF2-40B4-BE49-F238E27FC236}">
                <a16:creationId xmlns:a16="http://schemas.microsoft.com/office/drawing/2014/main" id="{55EAF75C-8438-8AFC-3D87-9B9DF161B02C}"/>
              </a:ext>
            </a:extLst>
          </p:cNvPr>
          <p:cNvSpPr txBox="1"/>
          <p:nvPr/>
        </p:nvSpPr>
        <p:spPr>
          <a:xfrm>
            <a:off x="624840" y="314706"/>
            <a:ext cx="938077" cy="307777"/>
          </a:xfrm>
          <a:prstGeom prst="rect">
            <a:avLst/>
          </a:prstGeom>
          <a:noFill/>
        </p:spPr>
        <p:txBody>
          <a:bodyPr wrap="none" rtlCol="0">
            <a:spAutoFit/>
          </a:bodyPr>
          <a:lstStyle/>
          <a:p>
            <a:r>
              <a:rPr lang="en-IN" sz="1400" b="1" dirty="0">
                <a:solidFill>
                  <a:schemeClr val="accent1">
                    <a:lumMod val="60000"/>
                    <a:lumOff val="40000"/>
                  </a:schemeClr>
                </a:solidFill>
              </a:rPr>
              <a:t>Solution 2</a:t>
            </a:r>
          </a:p>
        </p:txBody>
      </p:sp>
    </p:spTree>
    <p:extLst>
      <p:ext uri="{BB962C8B-B14F-4D97-AF65-F5344CB8AC3E}">
        <p14:creationId xmlns:p14="http://schemas.microsoft.com/office/powerpoint/2010/main" val="32665209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B132B"/>
        </a:solidFill>
        <a:effectLst/>
      </p:bgPr>
    </p:bg>
    <p:spTree>
      <p:nvGrpSpPr>
        <p:cNvPr id="1" name=""/>
        <p:cNvGrpSpPr/>
        <p:nvPr/>
      </p:nvGrpSpPr>
      <p:grpSpPr>
        <a:xfrm>
          <a:off x="0" y="0"/>
          <a:ext cx="0" cy="0"/>
          <a:chOff x="0" y="0"/>
          <a:chExt cx="0" cy="0"/>
        </a:xfrm>
      </p:grpSpPr>
      <p:sp>
        <p:nvSpPr>
          <p:cNvPr id="2" name="Shape 0"/>
          <p:cNvSpPr/>
          <p:nvPr/>
        </p:nvSpPr>
        <p:spPr>
          <a:xfrm>
            <a:off x="9692640" y="-2103120"/>
            <a:ext cx="5029200" cy="5029200"/>
          </a:xfrm>
          <a:prstGeom prst="ellipse">
            <a:avLst/>
          </a:prstGeom>
          <a:solidFill>
            <a:srgbClr val="00C2FF">
              <a:alpha val="8000"/>
            </a:srgbClr>
          </a:solidFill>
          <a:ln/>
        </p:spPr>
        <p:txBody>
          <a:bodyPr/>
          <a:lstStyle/>
          <a:p>
            <a:endParaRPr lang="en-IN"/>
          </a:p>
        </p:txBody>
      </p:sp>
      <p:sp>
        <p:nvSpPr>
          <p:cNvPr id="3" name="Shape 1"/>
          <p:cNvSpPr/>
          <p:nvPr/>
        </p:nvSpPr>
        <p:spPr>
          <a:xfrm>
            <a:off x="-2011680" y="4572000"/>
            <a:ext cx="4754880" cy="4754880"/>
          </a:xfrm>
          <a:prstGeom prst="ellipse">
            <a:avLst/>
          </a:prstGeom>
          <a:solidFill>
            <a:srgbClr val="00C2FF">
              <a:alpha val="6000"/>
            </a:srgbClr>
          </a:solidFill>
          <a:ln/>
        </p:spPr>
        <p:txBody>
          <a:bodyPr/>
          <a:lstStyle/>
          <a:p>
            <a:endParaRPr lang="en-IN" dirty="0"/>
          </a:p>
        </p:txBody>
      </p:sp>
      <p:sp>
        <p:nvSpPr>
          <p:cNvPr id="4" name="Shape 2"/>
          <p:cNvSpPr/>
          <p:nvPr/>
        </p:nvSpPr>
        <p:spPr>
          <a:xfrm>
            <a:off x="365760" y="256032"/>
            <a:ext cx="32004" cy="32004"/>
          </a:xfrm>
          <a:prstGeom prst="ellipse">
            <a:avLst/>
          </a:prstGeom>
          <a:solidFill>
            <a:srgbClr val="00C2FF">
              <a:alpha val="45000"/>
            </a:srgbClr>
          </a:solidFill>
          <a:ln/>
        </p:spPr>
        <p:txBody>
          <a:bodyPr/>
          <a:lstStyle/>
          <a:p>
            <a:endParaRPr lang="en-IN"/>
          </a:p>
        </p:txBody>
      </p:sp>
      <p:sp>
        <p:nvSpPr>
          <p:cNvPr id="5" name="Shape 3"/>
          <p:cNvSpPr/>
          <p:nvPr/>
        </p:nvSpPr>
        <p:spPr>
          <a:xfrm>
            <a:off x="1234440" y="256032"/>
            <a:ext cx="32004" cy="32004"/>
          </a:xfrm>
          <a:prstGeom prst="ellipse">
            <a:avLst/>
          </a:prstGeom>
          <a:solidFill>
            <a:srgbClr val="00C2FF">
              <a:alpha val="45000"/>
            </a:srgbClr>
          </a:solidFill>
          <a:ln/>
        </p:spPr>
        <p:txBody>
          <a:bodyPr/>
          <a:lstStyle/>
          <a:p>
            <a:endParaRPr lang="en-IN"/>
          </a:p>
        </p:txBody>
      </p:sp>
      <p:sp>
        <p:nvSpPr>
          <p:cNvPr id="6" name="Shape 4"/>
          <p:cNvSpPr/>
          <p:nvPr/>
        </p:nvSpPr>
        <p:spPr>
          <a:xfrm>
            <a:off x="2103120" y="256032"/>
            <a:ext cx="32004" cy="32004"/>
          </a:xfrm>
          <a:prstGeom prst="ellipse">
            <a:avLst/>
          </a:prstGeom>
          <a:solidFill>
            <a:srgbClr val="00C2FF">
              <a:alpha val="45000"/>
            </a:srgbClr>
          </a:solidFill>
          <a:ln/>
        </p:spPr>
        <p:txBody>
          <a:bodyPr/>
          <a:lstStyle/>
          <a:p>
            <a:endParaRPr lang="en-IN"/>
          </a:p>
        </p:txBody>
      </p:sp>
      <p:sp>
        <p:nvSpPr>
          <p:cNvPr id="7" name="Shape 5"/>
          <p:cNvSpPr/>
          <p:nvPr/>
        </p:nvSpPr>
        <p:spPr>
          <a:xfrm>
            <a:off x="2971800" y="256032"/>
            <a:ext cx="32004" cy="32004"/>
          </a:xfrm>
          <a:prstGeom prst="ellipse">
            <a:avLst/>
          </a:prstGeom>
          <a:solidFill>
            <a:srgbClr val="00C2FF">
              <a:alpha val="45000"/>
            </a:srgbClr>
          </a:solidFill>
          <a:ln/>
        </p:spPr>
        <p:txBody>
          <a:bodyPr/>
          <a:lstStyle/>
          <a:p>
            <a:endParaRPr lang="en-IN"/>
          </a:p>
        </p:txBody>
      </p:sp>
      <p:sp>
        <p:nvSpPr>
          <p:cNvPr id="8" name="Shape 6"/>
          <p:cNvSpPr/>
          <p:nvPr/>
        </p:nvSpPr>
        <p:spPr>
          <a:xfrm>
            <a:off x="3840480" y="256032"/>
            <a:ext cx="32004" cy="32004"/>
          </a:xfrm>
          <a:prstGeom prst="ellipse">
            <a:avLst/>
          </a:prstGeom>
          <a:solidFill>
            <a:srgbClr val="00C2FF">
              <a:alpha val="45000"/>
            </a:srgbClr>
          </a:solidFill>
          <a:ln/>
        </p:spPr>
        <p:txBody>
          <a:bodyPr/>
          <a:lstStyle/>
          <a:p>
            <a:endParaRPr lang="en-IN"/>
          </a:p>
        </p:txBody>
      </p:sp>
      <p:sp>
        <p:nvSpPr>
          <p:cNvPr id="9" name="Shape 7"/>
          <p:cNvSpPr/>
          <p:nvPr/>
        </p:nvSpPr>
        <p:spPr>
          <a:xfrm>
            <a:off x="4709160" y="256032"/>
            <a:ext cx="32004" cy="32004"/>
          </a:xfrm>
          <a:prstGeom prst="ellipse">
            <a:avLst/>
          </a:prstGeom>
          <a:solidFill>
            <a:srgbClr val="00C2FF">
              <a:alpha val="45000"/>
            </a:srgbClr>
          </a:solidFill>
          <a:ln/>
        </p:spPr>
        <p:txBody>
          <a:bodyPr/>
          <a:lstStyle/>
          <a:p>
            <a:endParaRPr lang="en-IN"/>
          </a:p>
        </p:txBody>
      </p:sp>
      <p:sp>
        <p:nvSpPr>
          <p:cNvPr id="10" name="Shape 8"/>
          <p:cNvSpPr/>
          <p:nvPr/>
        </p:nvSpPr>
        <p:spPr>
          <a:xfrm>
            <a:off x="5577840" y="256032"/>
            <a:ext cx="32004" cy="32004"/>
          </a:xfrm>
          <a:prstGeom prst="ellipse">
            <a:avLst/>
          </a:prstGeom>
          <a:solidFill>
            <a:srgbClr val="00C2FF">
              <a:alpha val="45000"/>
            </a:srgbClr>
          </a:solidFill>
          <a:ln/>
        </p:spPr>
        <p:txBody>
          <a:bodyPr/>
          <a:lstStyle/>
          <a:p>
            <a:endParaRPr lang="en-IN"/>
          </a:p>
        </p:txBody>
      </p:sp>
      <p:sp>
        <p:nvSpPr>
          <p:cNvPr id="11" name="Shape 9"/>
          <p:cNvSpPr/>
          <p:nvPr/>
        </p:nvSpPr>
        <p:spPr>
          <a:xfrm>
            <a:off x="6446520" y="256032"/>
            <a:ext cx="32004" cy="32004"/>
          </a:xfrm>
          <a:prstGeom prst="ellipse">
            <a:avLst/>
          </a:prstGeom>
          <a:solidFill>
            <a:srgbClr val="00C2FF">
              <a:alpha val="45000"/>
            </a:srgbClr>
          </a:solidFill>
          <a:ln/>
        </p:spPr>
        <p:txBody>
          <a:bodyPr/>
          <a:lstStyle/>
          <a:p>
            <a:endParaRPr lang="en-IN"/>
          </a:p>
        </p:txBody>
      </p:sp>
      <p:sp>
        <p:nvSpPr>
          <p:cNvPr id="12" name="Shape 10"/>
          <p:cNvSpPr/>
          <p:nvPr/>
        </p:nvSpPr>
        <p:spPr>
          <a:xfrm>
            <a:off x="7315200" y="256032"/>
            <a:ext cx="32004" cy="32004"/>
          </a:xfrm>
          <a:prstGeom prst="ellipse">
            <a:avLst/>
          </a:prstGeom>
          <a:solidFill>
            <a:srgbClr val="00C2FF">
              <a:alpha val="45000"/>
            </a:srgbClr>
          </a:solidFill>
          <a:ln/>
        </p:spPr>
        <p:txBody>
          <a:bodyPr/>
          <a:lstStyle/>
          <a:p>
            <a:endParaRPr lang="en-IN"/>
          </a:p>
        </p:txBody>
      </p:sp>
      <p:sp>
        <p:nvSpPr>
          <p:cNvPr id="13" name="Shape 11"/>
          <p:cNvSpPr/>
          <p:nvPr/>
        </p:nvSpPr>
        <p:spPr>
          <a:xfrm>
            <a:off x="8183880" y="256032"/>
            <a:ext cx="32004" cy="32004"/>
          </a:xfrm>
          <a:prstGeom prst="ellipse">
            <a:avLst/>
          </a:prstGeom>
          <a:solidFill>
            <a:srgbClr val="00C2FF">
              <a:alpha val="45000"/>
            </a:srgbClr>
          </a:solidFill>
          <a:ln/>
        </p:spPr>
        <p:txBody>
          <a:bodyPr/>
          <a:lstStyle/>
          <a:p>
            <a:endParaRPr lang="en-IN"/>
          </a:p>
        </p:txBody>
      </p:sp>
      <p:sp>
        <p:nvSpPr>
          <p:cNvPr id="14" name="Shape 12"/>
          <p:cNvSpPr/>
          <p:nvPr/>
        </p:nvSpPr>
        <p:spPr>
          <a:xfrm>
            <a:off x="9052560" y="256032"/>
            <a:ext cx="32004" cy="32004"/>
          </a:xfrm>
          <a:prstGeom prst="ellipse">
            <a:avLst/>
          </a:prstGeom>
          <a:solidFill>
            <a:srgbClr val="00C2FF">
              <a:alpha val="45000"/>
            </a:srgbClr>
          </a:solidFill>
          <a:ln/>
        </p:spPr>
        <p:txBody>
          <a:bodyPr/>
          <a:lstStyle/>
          <a:p>
            <a:endParaRPr lang="en-IN"/>
          </a:p>
        </p:txBody>
      </p:sp>
      <p:sp>
        <p:nvSpPr>
          <p:cNvPr id="15" name="Shape 13"/>
          <p:cNvSpPr/>
          <p:nvPr/>
        </p:nvSpPr>
        <p:spPr>
          <a:xfrm>
            <a:off x="9921240" y="256032"/>
            <a:ext cx="32004" cy="32004"/>
          </a:xfrm>
          <a:prstGeom prst="ellipse">
            <a:avLst/>
          </a:prstGeom>
          <a:solidFill>
            <a:srgbClr val="00C2FF">
              <a:alpha val="45000"/>
            </a:srgbClr>
          </a:solidFill>
          <a:ln/>
        </p:spPr>
        <p:txBody>
          <a:bodyPr/>
          <a:lstStyle/>
          <a:p>
            <a:endParaRPr lang="en-IN"/>
          </a:p>
        </p:txBody>
      </p:sp>
      <p:sp>
        <p:nvSpPr>
          <p:cNvPr id="16" name="Shape 14"/>
          <p:cNvSpPr/>
          <p:nvPr/>
        </p:nvSpPr>
        <p:spPr>
          <a:xfrm>
            <a:off x="10789920" y="256032"/>
            <a:ext cx="32004" cy="32004"/>
          </a:xfrm>
          <a:prstGeom prst="ellipse">
            <a:avLst/>
          </a:prstGeom>
          <a:solidFill>
            <a:srgbClr val="00C2FF">
              <a:alpha val="45000"/>
            </a:srgbClr>
          </a:solidFill>
          <a:ln/>
        </p:spPr>
        <p:txBody>
          <a:bodyPr/>
          <a:lstStyle/>
          <a:p>
            <a:endParaRPr lang="en-IN"/>
          </a:p>
        </p:txBody>
      </p:sp>
      <p:sp>
        <p:nvSpPr>
          <p:cNvPr id="17" name="Shape 15"/>
          <p:cNvSpPr/>
          <p:nvPr/>
        </p:nvSpPr>
        <p:spPr>
          <a:xfrm>
            <a:off x="11658600" y="256032"/>
            <a:ext cx="32004" cy="32004"/>
          </a:xfrm>
          <a:prstGeom prst="ellipse">
            <a:avLst/>
          </a:prstGeom>
          <a:solidFill>
            <a:srgbClr val="00C2FF">
              <a:alpha val="45000"/>
            </a:srgbClr>
          </a:solidFill>
          <a:ln/>
        </p:spPr>
        <p:txBody>
          <a:bodyPr/>
          <a:lstStyle/>
          <a:p>
            <a:endParaRPr lang="en-IN"/>
          </a:p>
        </p:txBody>
      </p:sp>
      <p:sp>
        <p:nvSpPr>
          <p:cNvPr id="18" name="Shape 16"/>
          <p:cNvSpPr/>
          <p:nvPr/>
        </p:nvSpPr>
        <p:spPr>
          <a:xfrm>
            <a:off x="365760" y="6601968"/>
            <a:ext cx="32004" cy="32004"/>
          </a:xfrm>
          <a:prstGeom prst="ellipse">
            <a:avLst/>
          </a:prstGeom>
          <a:solidFill>
            <a:srgbClr val="00C2FF">
              <a:alpha val="45000"/>
            </a:srgbClr>
          </a:solidFill>
          <a:ln/>
        </p:spPr>
        <p:txBody>
          <a:bodyPr/>
          <a:lstStyle/>
          <a:p>
            <a:endParaRPr lang="en-IN"/>
          </a:p>
        </p:txBody>
      </p:sp>
      <p:sp>
        <p:nvSpPr>
          <p:cNvPr id="19" name="Shape 17"/>
          <p:cNvSpPr/>
          <p:nvPr/>
        </p:nvSpPr>
        <p:spPr>
          <a:xfrm>
            <a:off x="1234440" y="6601968"/>
            <a:ext cx="32004" cy="32004"/>
          </a:xfrm>
          <a:prstGeom prst="ellipse">
            <a:avLst/>
          </a:prstGeom>
          <a:solidFill>
            <a:srgbClr val="00C2FF">
              <a:alpha val="45000"/>
            </a:srgbClr>
          </a:solidFill>
          <a:ln/>
        </p:spPr>
        <p:txBody>
          <a:bodyPr/>
          <a:lstStyle/>
          <a:p>
            <a:endParaRPr lang="en-IN"/>
          </a:p>
        </p:txBody>
      </p:sp>
      <p:sp>
        <p:nvSpPr>
          <p:cNvPr id="20" name="Shape 18"/>
          <p:cNvSpPr/>
          <p:nvPr/>
        </p:nvSpPr>
        <p:spPr>
          <a:xfrm>
            <a:off x="2103120" y="6601968"/>
            <a:ext cx="32004" cy="32004"/>
          </a:xfrm>
          <a:prstGeom prst="ellipse">
            <a:avLst/>
          </a:prstGeom>
          <a:solidFill>
            <a:srgbClr val="00C2FF">
              <a:alpha val="45000"/>
            </a:srgbClr>
          </a:solidFill>
          <a:ln/>
        </p:spPr>
        <p:txBody>
          <a:bodyPr/>
          <a:lstStyle/>
          <a:p>
            <a:endParaRPr lang="en-IN"/>
          </a:p>
        </p:txBody>
      </p:sp>
      <p:sp>
        <p:nvSpPr>
          <p:cNvPr id="21" name="Shape 19"/>
          <p:cNvSpPr/>
          <p:nvPr/>
        </p:nvSpPr>
        <p:spPr>
          <a:xfrm>
            <a:off x="2971800" y="6601968"/>
            <a:ext cx="32004" cy="32004"/>
          </a:xfrm>
          <a:prstGeom prst="ellipse">
            <a:avLst/>
          </a:prstGeom>
          <a:solidFill>
            <a:srgbClr val="00C2FF">
              <a:alpha val="45000"/>
            </a:srgbClr>
          </a:solidFill>
          <a:ln/>
        </p:spPr>
        <p:txBody>
          <a:bodyPr/>
          <a:lstStyle/>
          <a:p>
            <a:endParaRPr lang="en-IN"/>
          </a:p>
        </p:txBody>
      </p:sp>
      <p:sp>
        <p:nvSpPr>
          <p:cNvPr id="22" name="Shape 20"/>
          <p:cNvSpPr/>
          <p:nvPr/>
        </p:nvSpPr>
        <p:spPr>
          <a:xfrm>
            <a:off x="3840480" y="6601968"/>
            <a:ext cx="32004" cy="32004"/>
          </a:xfrm>
          <a:prstGeom prst="ellipse">
            <a:avLst/>
          </a:prstGeom>
          <a:solidFill>
            <a:srgbClr val="00C2FF">
              <a:alpha val="45000"/>
            </a:srgbClr>
          </a:solidFill>
          <a:ln/>
        </p:spPr>
        <p:txBody>
          <a:bodyPr/>
          <a:lstStyle/>
          <a:p>
            <a:endParaRPr lang="en-IN"/>
          </a:p>
        </p:txBody>
      </p:sp>
      <p:sp>
        <p:nvSpPr>
          <p:cNvPr id="23" name="Shape 21"/>
          <p:cNvSpPr/>
          <p:nvPr/>
        </p:nvSpPr>
        <p:spPr>
          <a:xfrm>
            <a:off x="4709160" y="6601968"/>
            <a:ext cx="32004" cy="32004"/>
          </a:xfrm>
          <a:prstGeom prst="ellipse">
            <a:avLst/>
          </a:prstGeom>
          <a:solidFill>
            <a:srgbClr val="00C2FF">
              <a:alpha val="45000"/>
            </a:srgbClr>
          </a:solidFill>
          <a:ln/>
        </p:spPr>
        <p:txBody>
          <a:bodyPr/>
          <a:lstStyle/>
          <a:p>
            <a:endParaRPr lang="en-IN"/>
          </a:p>
        </p:txBody>
      </p:sp>
      <p:sp>
        <p:nvSpPr>
          <p:cNvPr id="24" name="Shape 22"/>
          <p:cNvSpPr/>
          <p:nvPr/>
        </p:nvSpPr>
        <p:spPr>
          <a:xfrm>
            <a:off x="5577840" y="6601968"/>
            <a:ext cx="32004" cy="32004"/>
          </a:xfrm>
          <a:prstGeom prst="ellipse">
            <a:avLst/>
          </a:prstGeom>
          <a:solidFill>
            <a:srgbClr val="00C2FF">
              <a:alpha val="45000"/>
            </a:srgbClr>
          </a:solidFill>
          <a:ln/>
        </p:spPr>
        <p:txBody>
          <a:bodyPr/>
          <a:lstStyle/>
          <a:p>
            <a:endParaRPr lang="en-IN"/>
          </a:p>
        </p:txBody>
      </p:sp>
      <p:sp>
        <p:nvSpPr>
          <p:cNvPr id="25" name="Shape 23"/>
          <p:cNvSpPr/>
          <p:nvPr/>
        </p:nvSpPr>
        <p:spPr>
          <a:xfrm>
            <a:off x="6446520" y="6601968"/>
            <a:ext cx="32004" cy="32004"/>
          </a:xfrm>
          <a:prstGeom prst="ellipse">
            <a:avLst/>
          </a:prstGeom>
          <a:solidFill>
            <a:srgbClr val="00C2FF">
              <a:alpha val="45000"/>
            </a:srgbClr>
          </a:solidFill>
          <a:ln/>
        </p:spPr>
        <p:txBody>
          <a:bodyPr/>
          <a:lstStyle/>
          <a:p>
            <a:endParaRPr lang="en-IN"/>
          </a:p>
        </p:txBody>
      </p:sp>
      <p:sp>
        <p:nvSpPr>
          <p:cNvPr id="26" name="Shape 24"/>
          <p:cNvSpPr/>
          <p:nvPr/>
        </p:nvSpPr>
        <p:spPr>
          <a:xfrm>
            <a:off x="7315200" y="6601968"/>
            <a:ext cx="32004" cy="32004"/>
          </a:xfrm>
          <a:prstGeom prst="ellipse">
            <a:avLst/>
          </a:prstGeom>
          <a:solidFill>
            <a:srgbClr val="00C2FF">
              <a:alpha val="45000"/>
            </a:srgbClr>
          </a:solidFill>
          <a:ln/>
        </p:spPr>
        <p:txBody>
          <a:bodyPr/>
          <a:lstStyle/>
          <a:p>
            <a:endParaRPr lang="en-IN"/>
          </a:p>
        </p:txBody>
      </p:sp>
      <p:sp>
        <p:nvSpPr>
          <p:cNvPr id="27" name="Shape 25"/>
          <p:cNvSpPr/>
          <p:nvPr/>
        </p:nvSpPr>
        <p:spPr>
          <a:xfrm>
            <a:off x="8183880" y="6601968"/>
            <a:ext cx="32004" cy="32004"/>
          </a:xfrm>
          <a:prstGeom prst="ellipse">
            <a:avLst/>
          </a:prstGeom>
          <a:solidFill>
            <a:srgbClr val="00C2FF">
              <a:alpha val="45000"/>
            </a:srgbClr>
          </a:solidFill>
          <a:ln/>
        </p:spPr>
        <p:txBody>
          <a:bodyPr/>
          <a:lstStyle/>
          <a:p>
            <a:endParaRPr lang="en-IN"/>
          </a:p>
        </p:txBody>
      </p:sp>
      <p:sp>
        <p:nvSpPr>
          <p:cNvPr id="28" name="Shape 26"/>
          <p:cNvSpPr/>
          <p:nvPr/>
        </p:nvSpPr>
        <p:spPr>
          <a:xfrm>
            <a:off x="9052560" y="6601968"/>
            <a:ext cx="32004" cy="32004"/>
          </a:xfrm>
          <a:prstGeom prst="ellipse">
            <a:avLst/>
          </a:prstGeom>
          <a:solidFill>
            <a:srgbClr val="00C2FF">
              <a:alpha val="45000"/>
            </a:srgbClr>
          </a:solidFill>
          <a:ln/>
        </p:spPr>
        <p:txBody>
          <a:bodyPr/>
          <a:lstStyle/>
          <a:p>
            <a:endParaRPr lang="en-IN"/>
          </a:p>
        </p:txBody>
      </p:sp>
      <p:sp>
        <p:nvSpPr>
          <p:cNvPr id="29" name="Shape 27"/>
          <p:cNvSpPr/>
          <p:nvPr/>
        </p:nvSpPr>
        <p:spPr>
          <a:xfrm>
            <a:off x="9921240" y="6601968"/>
            <a:ext cx="32004" cy="32004"/>
          </a:xfrm>
          <a:prstGeom prst="ellipse">
            <a:avLst/>
          </a:prstGeom>
          <a:solidFill>
            <a:srgbClr val="00C2FF">
              <a:alpha val="45000"/>
            </a:srgbClr>
          </a:solidFill>
          <a:ln/>
        </p:spPr>
        <p:txBody>
          <a:bodyPr/>
          <a:lstStyle/>
          <a:p>
            <a:endParaRPr lang="en-IN"/>
          </a:p>
        </p:txBody>
      </p:sp>
      <p:sp>
        <p:nvSpPr>
          <p:cNvPr id="30" name="Shape 28"/>
          <p:cNvSpPr/>
          <p:nvPr/>
        </p:nvSpPr>
        <p:spPr>
          <a:xfrm>
            <a:off x="10789920" y="6601968"/>
            <a:ext cx="32004" cy="32004"/>
          </a:xfrm>
          <a:prstGeom prst="ellipse">
            <a:avLst/>
          </a:prstGeom>
          <a:solidFill>
            <a:srgbClr val="00C2FF">
              <a:alpha val="45000"/>
            </a:srgbClr>
          </a:solidFill>
          <a:ln/>
        </p:spPr>
        <p:txBody>
          <a:bodyPr/>
          <a:lstStyle/>
          <a:p>
            <a:endParaRPr lang="en-IN"/>
          </a:p>
        </p:txBody>
      </p:sp>
      <p:sp>
        <p:nvSpPr>
          <p:cNvPr id="31" name="Shape 29"/>
          <p:cNvSpPr/>
          <p:nvPr/>
        </p:nvSpPr>
        <p:spPr>
          <a:xfrm>
            <a:off x="11658600" y="6601968"/>
            <a:ext cx="32004" cy="32004"/>
          </a:xfrm>
          <a:prstGeom prst="ellipse">
            <a:avLst/>
          </a:prstGeom>
          <a:solidFill>
            <a:srgbClr val="00C2FF">
              <a:alpha val="45000"/>
            </a:srgbClr>
          </a:solidFill>
          <a:ln/>
        </p:spPr>
        <p:txBody>
          <a:bodyPr/>
          <a:lstStyle/>
          <a:p>
            <a:endParaRPr lang="en-IN"/>
          </a:p>
        </p:txBody>
      </p:sp>
      <p:sp>
        <p:nvSpPr>
          <p:cNvPr id="32" name="Text 30"/>
          <p:cNvSpPr/>
          <p:nvPr/>
        </p:nvSpPr>
        <p:spPr>
          <a:xfrm>
            <a:off x="548640" y="384048"/>
            <a:ext cx="7315200" cy="274320"/>
          </a:xfrm>
          <a:prstGeom prst="rect">
            <a:avLst/>
          </a:prstGeom>
          <a:noFill/>
          <a:ln/>
        </p:spPr>
        <p:txBody>
          <a:bodyPr wrap="square" rtlCol="0" anchor="ctr"/>
          <a:lstStyle/>
          <a:p>
            <a:pPr marL="0" indent="0">
              <a:buNone/>
            </a:pPr>
            <a:endParaRPr lang="en-US" sz="1100" dirty="0"/>
          </a:p>
        </p:txBody>
      </p:sp>
      <p:sp>
        <p:nvSpPr>
          <p:cNvPr id="33" name="Text 3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FFFFFF"/>
                </a:solidFill>
                <a:latin typeface="Montserrat" pitchFamily="34" charset="0"/>
                <a:ea typeface="Montserrat" pitchFamily="34" charset="-122"/>
                <a:cs typeface="Montserrat" pitchFamily="34" charset="-120"/>
              </a:rPr>
              <a:t>Competitive Advantage</a:t>
            </a:r>
            <a:endParaRPr lang="en-US" sz="3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40080" y="1554480"/>
          <a:ext cx="10881360" cy="4480560"/>
        </p:xfrm>
        <a:graphic>
          <a:graphicData uri="http://schemas.openxmlformats.org/drawingml/2006/table">
            <a:tbl>
              <a:tblPr/>
              <a:tblGrid>
                <a:gridCol w="45720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103120">
                  <a:extLst>
                    <a:ext uri="{9D8B030D-6E8A-4147-A177-3AD203B41FA5}">
                      <a16:colId xmlns:a16="http://schemas.microsoft.com/office/drawing/2014/main" val="20002"/>
                    </a:ext>
                  </a:extLst>
                </a:gridCol>
                <a:gridCol w="2103120">
                  <a:extLst>
                    <a:ext uri="{9D8B030D-6E8A-4147-A177-3AD203B41FA5}">
                      <a16:colId xmlns:a16="http://schemas.microsoft.com/office/drawing/2014/main" val="20003"/>
                    </a:ext>
                  </a:extLst>
                </a:gridCol>
              </a:tblGrid>
              <a:tr h="560070">
                <a:tc>
                  <a:txBody>
                    <a:bodyPr/>
                    <a:lstStyle/>
                    <a:p>
                      <a:pPr marL="0" indent="0">
                        <a:buNone/>
                      </a:pPr>
                      <a:r>
                        <a:rPr lang="en-US" sz="1250" b="1" dirty="0">
                          <a:solidFill>
                            <a:srgbClr val="FFFFFF"/>
                          </a:solidFill>
                        </a:rPr>
                        <a:t>Capability</a:t>
                      </a:r>
                      <a:endParaRPr lang="en-US" sz="125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8A94B0"/>
                          </a:solidFill>
                        </a:rPr>
                        <a:t>Existing PAM</a:t>
                      </a:r>
                      <a:endParaRPr lang="en-US" sz="12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B2A4A"/>
                    </a:solidFill>
                  </a:tcPr>
                </a:tc>
                <a:tc>
                  <a:txBody>
                    <a:bodyPr/>
                    <a:lstStyle/>
                    <a:p>
                      <a:pPr marL="0" indent="0" algn="ctr">
                        <a:buNone/>
                      </a:pPr>
                      <a:r>
                        <a:rPr lang="en-US" sz="1200" b="1" dirty="0">
                          <a:solidFill>
                            <a:srgbClr val="8A94B0"/>
                          </a:solidFill>
                        </a:rPr>
                        <a:t>Existing UEBA</a:t>
                      </a:r>
                      <a:endParaRPr lang="en-US" sz="12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0B132B"/>
                          </a:solidFill>
                        </a:rPr>
                        <a:t>INSIGHT</a:t>
                      </a:r>
                      <a:endParaRPr lang="en-US" sz="13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00C2FF"/>
                    </a:solidFill>
                  </a:tcPr>
                </a:tc>
                <a:extLst>
                  <a:ext uri="{0D108BD9-81ED-4DB2-BD59-A6C34878D82A}">
                    <a16:rowId xmlns:a16="http://schemas.microsoft.com/office/drawing/2014/main" val="10000"/>
                  </a:ext>
                </a:extLst>
              </a:tr>
              <a:tr h="560070">
                <a:tc>
                  <a:txBody>
                    <a:bodyPr/>
                    <a:lstStyle/>
                    <a:p>
                      <a:pPr marL="0" indent="0">
                        <a:buNone/>
                      </a:pPr>
                      <a:r>
                        <a:rPr lang="en-US" sz="1200" dirty="0">
                          <a:solidFill>
                            <a:srgbClr val="FFFFFF"/>
                          </a:solidFill>
                        </a:rPr>
                        <a:t>Password Vault</a:t>
                      </a:r>
                      <a:endParaRPr lang="en-US" sz="12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6213E"/>
                    </a:solidFill>
                  </a:tcPr>
                </a:tc>
                <a:tc>
                  <a:txBody>
                    <a:bodyPr/>
                    <a:lstStyle/>
                    <a:p>
                      <a:pPr marL="0" indent="0" algn="ctr">
                        <a:buNone/>
                      </a:pPr>
                      <a:r>
                        <a:rPr lang="en-US" sz="1600" b="1" dirty="0">
                          <a:solidFill>
                            <a:srgbClr val="27E0A0"/>
                          </a:solidFill>
                        </a:rPr>
                        <a:t>✓</a:t>
                      </a:r>
                      <a:endParaRPr lang="en-US" sz="16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6213E"/>
                    </a:solidFill>
                  </a:tcPr>
                </a:tc>
                <a:tc>
                  <a:txBody>
                    <a:bodyPr/>
                    <a:lstStyle/>
                    <a:p>
                      <a:pPr marL="0" indent="0" algn="ctr">
                        <a:buNone/>
                      </a:pPr>
                      <a:r>
                        <a:rPr lang="en-US" sz="1400" dirty="0">
                          <a:solidFill>
                            <a:srgbClr val="8A94B0"/>
                          </a:solidFill>
                        </a:rPr>
                        <a:t>✕</a:t>
                      </a:r>
                      <a:endParaRPr lang="en-US" sz="14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6213E"/>
                    </a:solidFill>
                  </a:tcPr>
                </a:tc>
                <a:tc>
                  <a:txBody>
                    <a:bodyPr/>
                    <a:lstStyle/>
                    <a:p>
                      <a:pPr marL="0" indent="0" algn="ctr">
                        <a:buNone/>
                      </a:pPr>
                      <a:r>
                        <a:rPr lang="en-US" sz="1600" b="1" dirty="0">
                          <a:solidFill>
                            <a:srgbClr val="27E0A0"/>
                          </a:solidFill>
                        </a:rPr>
                        <a:t>✓</a:t>
                      </a:r>
                      <a:endParaRPr lang="en-US" sz="16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0F3A4A"/>
                    </a:solidFill>
                  </a:tcPr>
                </a:tc>
                <a:extLst>
                  <a:ext uri="{0D108BD9-81ED-4DB2-BD59-A6C34878D82A}">
                    <a16:rowId xmlns:a16="http://schemas.microsoft.com/office/drawing/2014/main" val="10001"/>
                  </a:ext>
                </a:extLst>
              </a:tr>
              <a:tr h="560070">
                <a:tc>
                  <a:txBody>
                    <a:bodyPr/>
                    <a:lstStyle/>
                    <a:p>
                      <a:pPr marL="0" indent="0">
                        <a:buNone/>
                      </a:pPr>
                      <a:r>
                        <a:rPr lang="en-US" sz="1200" dirty="0">
                          <a:solidFill>
                            <a:srgbClr val="FFFFFF"/>
                          </a:solidFill>
                        </a:rPr>
                        <a:t>Behaviour Analytics</a:t>
                      </a:r>
                      <a:endParaRPr lang="en-US" sz="12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6213E"/>
                    </a:solidFill>
                  </a:tcPr>
                </a:tc>
                <a:tc>
                  <a:txBody>
                    <a:bodyPr/>
                    <a:lstStyle/>
                    <a:p>
                      <a:pPr marL="0" indent="0" algn="ctr">
                        <a:buNone/>
                      </a:pPr>
                      <a:r>
                        <a:rPr lang="en-US" sz="1400" dirty="0">
                          <a:solidFill>
                            <a:srgbClr val="8A94B0"/>
                          </a:solidFill>
                        </a:rPr>
                        <a:t>✕</a:t>
                      </a:r>
                      <a:endParaRPr lang="en-US" sz="14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6213E"/>
                    </a:solidFill>
                  </a:tcPr>
                </a:tc>
                <a:tc>
                  <a:txBody>
                    <a:bodyPr/>
                    <a:lstStyle/>
                    <a:p>
                      <a:pPr marL="0" indent="0" algn="ctr">
                        <a:buNone/>
                      </a:pPr>
                      <a:r>
                        <a:rPr lang="en-US" sz="1600" b="1" dirty="0">
                          <a:solidFill>
                            <a:srgbClr val="27E0A0"/>
                          </a:solidFill>
                        </a:rPr>
                        <a:t>✓</a:t>
                      </a:r>
                      <a:endParaRPr lang="en-US" sz="16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6213E"/>
                    </a:solidFill>
                  </a:tcPr>
                </a:tc>
                <a:tc>
                  <a:txBody>
                    <a:bodyPr/>
                    <a:lstStyle/>
                    <a:p>
                      <a:pPr marL="0" indent="0" algn="ctr">
                        <a:buNone/>
                      </a:pPr>
                      <a:r>
                        <a:rPr lang="en-US" sz="1600" b="1" dirty="0">
                          <a:solidFill>
                            <a:srgbClr val="27E0A0"/>
                          </a:solidFill>
                        </a:rPr>
                        <a:t>✓</a:t>
                      </a:r>
                      <a:endParaRPr lang="en-US" sz="16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0F3A4A"/>
                    </a:solidFill>
                  </a:tcPr>
                </a:tc>
                <a:extLst>
                  <a:ext uri="{0D108BD9-81ED-4DB2-BD59-A6C34878D82A}">
                    <a16:rowId xmlns:a16="http://schemas.microsoft.com/office/drawing/2014/main" val="10002"/>
                  </a:ext>
                </a:extLst>
              </a:tr>
              <a:tr h="560070">
                <a:tc>
                  <a:txBody>
                    <a:bodyPr/>
                    <a:lstStyle/>
                    <a:p>
                      <a:pPr marL="0" indent="0">
                        <a:buNone/>
                      </a:pPr>
                      <a:r>
                        <a:rPr lang="en-US" sz="1200" dirty="0">
                          <a:solidFill>
                            <a:srgbClr val="FFFFFF"/>
                          </a:solidFill>
                        </a:rPr>
                        <a:t>Business Context Verification</a:t>
                      </a:r>
                      <a:endParaRPr lang="en-US" sz="12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6213E"/>
                    </a:solidFill>
                  </a:tcPr>
                </a:tc>
                <a:tc>
                  <a:txBody>
                    <a:bodyPr/>
                    <a:lstStyle/>
                    <a:p>
                      <a:pPr marL="0" indent="0" algn="ctr">
                        <a:buNone/>
                      </a:pPr>
                      <a:r>
                        <a:rPr lang="en-US" sz="1400" dirty="0">
                          <a:solidFill>
                            <a:srgbClr val="8A94B0"/>
                          </a:solidFill>
                        </a:rPr>
                        <a:t>✕</a:t>
                      </a:r>
                      <a:endParaRPr lang="en-US" sz="14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6213E"/>
                    </a:solidFill>
                  </a:tcPr>
                </a:tc>
                <a:tc>
                  <a:txBody>
                    <a:bodyPr/>
                    <a:lstStyle/>
                    <a:p>
                      <a:pPr marL="0" indent="0" algn="ctr">
                        <a:buNone/>
                      </a:pPr>
                      <a:r>
                        <a:rPr lang="en-US" sz="1400" dirty="0">
                          <a:solidFill>
                            <a:srgbClr val="8A94B0"/>
                          </a:solidFill>
                        </a:rPr>
                        <a:t>✕</a:t>
                      </a:r>
                      <a:endParaRPr lang="en-US" sz="14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6213E"/>
                    </a:solidFill>
                  </a:tcPr>
                </a:tc>
                <a:tc>
                  <a:txBody>
                    <a:bodyPr/>
                    <a:lstStyle/>
                    <a:p>
                      <a:pPr marL="0" indent="0" algn="ctr">
                        <a:buNone/>
                      </a:pPr>
                      <a:r>
                        <a:rPr lang="en-US" sz="1600" b="1" dirty="0">
                          <a:solidFill>
                            <a:srgbClr val="27E0A0"/>
                          </a:solidFill>
                        </a:rPr>
                        <a:t>✓</a:t>
                      </a:r>
                      <a:endParaRPr lang="en-US" sz="16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0F3A4A"/>
                    </a:solidFill>
                  </a:tcPr>
                </a:tc>
                <a:extLst>
                  <a:ext uri="{0D108BD9-81ED-4DB2-BD59-A6C34878D82A}">
                    <a16:rowId xmlns:a16="http://schemas.microsoft.com/office/drawing/2014/main" val="10003"/>
                  </a:ext>
                </a:extLst>
              </a:tr>
              <a:tr h="560070">
                <a:tc>
                  <a:txBody>
                    <a:bodyPr/>
                    <a:lstStyle/>
                    <a:p>
                      <a:pPr marL="0" indent="0">
                        <a:buNone/>
                      </a:pPr>
                      <a:r>
                        <a:rPr lang="en-US" sz="1200" dirty="0">
                          <a:solidFill>
                            <a:srgbClr val="FFFFFF"/>
                          </a:solidFill>
                        </a:rPr>
                        <a:t>Explainable AI</a:t>
                      </a:r>
                      <a:endParaRPr lang="en-US" sz="12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6213E"/>
                    </a:solidFill>
                  </a:tcPr>
                </a:tc>
                <a:tc>
                  <a:txBody>
                    <a:bodyPr/>
                    <a:lstStyle/>
                    <a:p>
                      <a:pPr marL="0" indent="0" algn="ctr">
                        <a:buNone/>
                      </a:pPr>
                      <a:r>
                        <a:rPr lang="en-US" sz="1400" dirty="0">
                          <a:solidFill>
                            <a:srgbClr val="8A94B0"/>
                          </a:solidFill>
                        </a:rPr>
                        <a:t>✕</a:t>
                      </a:r>
                      <a:endParaRPr lang="en-US" sz="14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6213E"/>
                    </a:solidFill>
                  </a:tcPr>
                </a:tc>
                <a:tc>
                  <a:txBody>
                    <a:bodyPr/>
                    <a:lstStyle/>
                    <a:p>
                      <a:pPr marL="0" indent="0" algn="ctr">
                        <a:buNone/>
                      </a:pPr>
                      <a:r>
                        <a:rPr lang="en-US" sz="1400" dirty="0">
                          <a:solidFill>
                            <a:srgbClr val="8A94B0"/>
                          </a:solidFill>
                        </a:rPr>
                        <a:t>✕</a:t>
                      </a:r>
                      <a:endParaRPr lang="en-US" sz="14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6213E"/>
                    </a:solidFill>
                  </a:tcPr>
                </a:tc>
                <a:tc>
                  <a:txBody>
                    <a:bodyPr/>
                    <a:lstStyle/>
                    <a:p>
                      <a:pPr marL="0" indent="0" algn="ctr">
                        <a:buNone/>
                      </a:pPr>
                      <a:r>
                        <a:rPr lang="en-US" sz="1600" b="1" dirty="0">
                          <a:solidFill>
                            <a:srgbClr val="27E0A0"/>
                          </a:solidFill>
                        </a:rPr>
                        <a:t>✓</a:t>
                      </a:r>
                      <a:endParaRPr lang="en-US" sz="16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0F3A4A"/>
                    </a:solidFill>
                  </a:tcPr>
                </a:tc>
                <a:extLst>
                  <a:ext uri="{0D108BD9-81ED-4DB2-BD59-A6C34878D82A}">
                    <a16:rowId xmlns:a16="http://schemas.microsoft.com/office/drawing/2014/main" val="10004"/>
                  </a:ext>
                </a:extLst>
              </a:tr>
              <a:tr h="560070">
                <a:tc>
                  <a:txBody>
                    <a:bodyPr/>
                    <a:lstStyle/>
                    <a:p>
                      <a:pPr marL="0" indent="0">
                        <a:buNone/>
                      </a:pPr>
                      <a:r>
                        <a:rPr lang="en-US" sz="1200" dirty="0">
                          <a:solidFill>
                            <a:srgbClr val="FFFFFF"/>
                          </a:solidFill>
                        </a:rPr>
                        <a:t>Duress / Coercion Authentication</a:t>
                      </a:r>
                      <a:endParaRPr lang="en-US" sz="12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6213E"/>
                    </a:solidFill>
                  </a:tcPr>
                </a:tc>
                <a:tc>
                  <a:txBody>
                    <a:bodyPr/>
                    <a:lstStyle/>
                    <a:p>
                      <a:pPr marL="0" indent="0" algn="ctr">
                        <a:buNone/>
                      </a:pPr>
                      <a:r>
                        <a:rPr lang="en-US" sz="1400" dirty="0">
                          <a:solidFill>
                            <a:srgbClr val="8A94B0"/>
                          </a:solidFill>
                        </a:rPr>
                        <a:t>✕</a:t>
                      </a:r>
                      <a:endParaRPr lang="en-US" sz="14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6213E"/>
                    </a:solidFill>
                  </a:tcPr>
                </a:tc>
                <a:tc>
                  <a:txBody>
                    <a:bodyPr/>
                    <a:lstStyle/>
                    <a:p>
                      <a:pPr marL="0" indent="0" algn="ctr">
                        <a:buNone/>
                      </a:pPr>
                      <a:r>
                        <a:rPr lang="en-US" sz="1400" dirty="0">
                          <a:solidFill>
                            <a:srgbClr val="8A94B0"/>
                          </a:solidFill>
                        </a:rPr>
                        <a:t>✕</a:t>
                      </a:r>
                      <a:endParaRPr lang="en-US" sz="14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6213E"/>
                    </a:solidFill>
                  </a:tcPr>
                </a:tc>
                <a:tc>
                  <a:txBody>
                    <a:bodyPr/>
                    <a:lstStyle/>
                    <a:p>
                      <a:pPr marL="0" indent="0" algn="ctr">
                        <a:buNone/>
                      </a:pPr>
                      <a:r>
                        <a:rPr lang="en-US" sz="1600" b="1" dirty="0">
                          <a:solidFill>
                            <a:srgbClr val="27E0A0"/>
                          </a:solidFill>
                        </a:rPr>
                        <a:t>✓</a:t>
                      </a:r>
                      <a:endParaRPr lang="en-US" sz="16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0F3A4A"/>
                    </a:solidFill>
                  </a:tcPr>
                </a:tc>
                <a:extLst>
                  <a:ext uri="{0D108BD9-81ED-4DB2-BD59-A6C34878D82A}">
                    <a16:rowId xmlns:a16="http://schemas.microsoft.com/office/drawing/2014/main" val="10005"/>
                  </a:ext>
                </a:extLst>
              </a:tr>
              <a:tr h="560070">
                <a:tc>
                  <a:txBody>
                    <a:bodyPr/>
                    <a:lstStyle/>
                    <a:p>
                      <a:pPr marL="0" indent="0">
                        <a:buNone/>
                      </a:pPr>
                      <a:r>
                        <a:rPr lang="en-US" sz="1200" dirty="0">
                          <a:solidFill>
                            <a:srgbClr val="FFFFFF"/>
                          </a:solidFill>
                        </a:rPr>
                        <a:t>Investigation Assistant</a:t>
                      </a:r>
                      <a:endParaRPr lang="en-US" sz="12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6213E"/>
                    </a:solidFill>
                  </a:tcPr>
                </a:tc>
                <a:tc>
                  <a:txBody>
                    <a:bodyPr/>
                    <a:lstStyle/>
                    <a:p>
                      <a:pPr marL="0" indent="0" algn="ctr">
                        <a:buNone/>
                      </a:pPr>
                      <a:r>
                        <a:rPr lang="en-US" sz="1400" dirty="0">
                          <a:solidFill>
                            <a:srgbClr val="8A94B0"/>
                          </a:solidFill>
                        </a:rPr>
                        <a:t>✕</a:t>
                      </a:r>
                      <a:endParaRPr lang="en-US" sz="14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6213E"/>
                    </a:solidFill>
                  </a:tcPr>
                </a:tc>
                <a:tc>
                  <a:txBody>
                    <a:bodyPr/>
                    <a:lstStyle/>
                    <a:p>
                      <a:pPr marL="0" indent="0" algn="ctr">
                        <a:buNone/>
                      </a:pPr>
                      <a:r>
                        <a:rPr lang="en-US" sz="1400" dirty="0">
                          <a:solidFill>
                            <a:srgbClr val="8A94B0"/>
                          </a:solidFill>
                        </a:rPr>
                        <a:t>✕</a:t>
                      </a:r>
                      <a:endParaRPr lang="en-US" sz="14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6213E"/>
                    </a:solidFill>
                  </a:tcPr>
                </a:tc>
                <a:tc>
                  <a:txBody>
                    <a:bodyPr/>
                    <a:lstStyle/>
                    <a:p>
                      <a:pPr marL="0" indent="0" algn="ctr">
                        <a:buNone/>
                      </a:pPr>
                      <a:r>
                        <a:rPr lang="en-US" sz="1600" b="1" dirty="0">
                          <a:solidFill>
                            <a:srgbClr val="27E0A0"/>
                          </a:solidFill>
                        </a:rPr>
                        <a:t>✓</a:t>
                      </a:r>
                      <a:endParaRPr lang="en-US" sz="16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0F3A4A"/>
                    </a:solidFill>
                  </a:tcPr>
                </a:tc>
                <a:extLst>
                  <a:ext uri="{0D108BD9-81ED-4DB2-BD59-A6C34878D82A}">
                    <a16:rowId xmlns:a16="http://schemas.microsoft.com/office/drawing/2014/main" val="10006"/>
                  </a:ext>
                </a:extLst>
              </a:tr>
              <a:tr h="560070">
                <a:tc>
                  <a:txBody>
                    <a:bodyPr/>
                    <a:lstStyle/>
                    <a:p>
                      <a:pPr marL="0" indent="0">
                        <a:buNone/>
                      </a:pPr>
                      <a:r>
                        <a:rPr lang="en-US" sz="1200" dirty="0">
                          <a:solidFill>
                            <a:srgbClr val="FFFFFF"/>
                          </a:solidFill>
                        </a:rPr>
                        <a:t>Human-Centric Decision Support</a:t>
                      </a:r>
                      <a:endParaRPr lang="en-US" sz="12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6213E"/>
                    </a:solidFill>
                  </a:tcPr>
                </a:tc>
                <a:tc>
                  <a:txBody>
                    <a:bodyPr/>
                    <a:lstStyle/>
                    <a:p>
                      <a:pPr marL="0" indent="0" algn="ctr">
                        <a:buNone/>
                      </a:pPr>
                      <a:r>
                        <a:rPr lang="en-US" sz="1400" dirty="0">
                          <a:solidFill>
                            <a:srgbClr val="8A94B0"/>
                          </a:solidFill>
                        </a:rPr>
                        <a:t>✕</a:t>
                      </a:r>
                      <a:endParaRPr lang="en-US" sz="14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6213E"/>
                    </a:solidFill>
                  </a:tcPr>
                </a:tc>
                <a:tc>
                  <a:txBody>
                    <a:bodyPr/>
                    <a:lstStyle/>
                    <a:p>
                      <a:pPr marL="0" indent="0" algn="ctr">
                        <a:buNone/>
                      </a:pPr>
                      <a:r>
                        <a:rPr lang="en-US" sz="1400" dirty="0">
                          <a:solidFill>
                            <a:srgbClr val="8A94B0"/>
                          </a:solidFill>
                        </a:rPr>
                        <a:t>✕</a:t>
                      </a:r>
                      <a:endParaRPr lang="en-US" sz="14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16213E"/>
                    </a:solidFill>
                  </a:tcPr>
                </a:tc>
                <a:tc>
                  <a:txBody>
                    <a:bodyPr/>
                    <a:lstStyle/>
                    <a:p>
                      <a:pPr marL="0" indent="0" algn="ctr">
                        <a:buNone/>
                      </a:pPr>
                      <a:r>
                        <a:rPr lang="en-US" sz="1600" b="1" dirty="0">
                          <a:solidFill>
                            <a:srgbClr val="27E0A0"/>
                          </a:solidFill>
                        </a:rPr>
                        <a:t>✓</a:t>
                      </a:r>
                      <a:endParaRPr lang="en-US" sz="1600" dirty="0"/>
                    </a:p>
                  </a:txBody>
                  <a:tcPr marL="127000" marR="76200" marT="76200" marB="76200" anchor="ctr">
                    <a:lnL w="9525" cap="flat" cmpd="sng" algn="ctr">
                      <a:solidFill>
                        <a:srgbClr val="2C3D63"/>
                      </a:solidFill>
                      <a:prstDash val="solid"/>
                      <a:round/>
                      <a:headEnd type="none" w="med" len="med"/>
                      <a:tailEnd type="none" w="med" len="med"/>
                    </a:lnL>
                    <a:lnR w="9525" cap="flat" cmpd="sng" algn="ctr">
                      <a:solidFill>
                        <a:srgbClr val="2C3D63"/>
                      </a:solidFill>
                      <a:prstDash val="solid"/>
                      <a:round/>
                      <a:headEnd type="none" w="med" len="med"/>
                      <a:tailEnd type="none" w="med" len="med"/>
                    </a:lnR>
                    <a:lnT w="9525" cap="flat" cmpd="sng" algn="ctr">
                      <a:solidFill>
                        <a:srgbClr val="2C3D63"/>
                      </a:solidFill>
                      <a:prstDash val="solid"/>
                      <a:round/>
                      <a:headEnd type="none" w="med" len="med"/>
                      <a:tailEnd type="none" w="med" len="med"/>
                    </a:lnT>
                    <a:lnB w="9525" cap="flat" cmpd="sng" algn="ctr">
                      <a:solidFill>
                        <a:srgbClr val="2C3D63"/>
                      </a:solidFill>
                      <a:prstDash val="solid"/>
                      <a:round/>
                      <a:headEnd type="none" w="med" len="med"/>
                      <a:tailEnd type="none" w="med" len="med"/>
                    </a:lnB>
                    <a:solidFill>
                      <a:srgbClr val="0F3A4A"/>
                    </a:solidFill>
                  </a:tcPr>
                </a:tc>
                <a:extLst>
                  <a:ext uri="{0D108BD9-81ED-4DB2-BD59-A6C34878D82A}">
                    <a16:rowId xmlns:a16="http://schemas.microsoft.com/office/drawing/2014/main" val="10007"/>
                  </a:ext>
                </a:extLst>
              </a:tr>
            </a:tbl>
          </a:graphicData>
        </a:graphic>
      </p:graphicFrame>
      <p:sp>
        <p:nvSpPr>
          <p:cNvPr id="35" name="Text 32"/>
          <p:cNvSpPr/>
          <p:nvPr/>
        </p:nvSpPr>
        <p:spPr>
          <a:xfrm>
            <a:off x="548640" y="6528816"/>
            <a:ext cx="5486400" cy="256032"/>
          </a:xfrm>
          <a:prstGeom prst="rect">
            <a:avLst/>
          </a:prstGeom>
          <a:noFill/>
          <a:ln/>
        </p:spPr>
        <p:txBody>
          <a:bodyPr wrap="square" rtlCol="0" anchor="ctr"/>
          <a:lstStyle/>
          <a:p>
            <a:pPr marL="0" indent="0">
              <a:buNone/>
            </a:pPr>
            <a:r>
              <a:rPr lang="en-US" sz="850" kern="0" spc="120" dirty="0">
                <a:solidFill>
                  <a:srgbClr val="8A94B0"/>
                </a:solidFill>
                <a:latin typeface="Poppins" pitchFamily="34" charset="0"/>
                <a:ea typeface="Poppins" pitchFamily="34" charset="-122"/>
                <a:cs typeface="Poppins" pitchFamily="34" charset="-120"/>
              </a:rPr>
              <a:t>FINSPARK'26  ·  BANK OF MAHARASHTRA</a:t>
            </a:r>
            <a:endParaRPr lang="en-US" sz="850" dirty="0"/>
          </a:p>
        </p:txBody>
      </p:sp>
      <p:sp>
        <p:nvSpPr>
          <p:cNvPr id="36" name="Text 33"/>
          <p:cNvSpPr/>
          <p:nvPr/>
        </p:nvSpPr>
        <p:spPr>
          <a:xfrm>
            <a:off x="11338560" y="6528816"/>
            <a:ext cx="365760" cy="256032"/>
          </a:xfrm>
          <a:prstGeom prst="rect">
            <a:avLst/>
          </a:prstGeom>
          <a:noFill/>
          <a:ln/>
        </p:spPr>
        <p:txBody>
          <a:bodyPr wrap="square" rtlCol="0" anchor="ctr"/>
          <a:lstStyle/>
          <a:p>
            <a:pPr marL="0" indent="0" algn="r">
              <a:buNone/>
            </a:pPr>
            <a:r>
              <a:rPr lang="en-US" sz="900" dirty="0">
                <a:solidFill>
                  <a:srgbClr val="8A94B0"/>
                </a:solidFill>
                <a:latin typeface="IBM Plex Sans" pitchFamily="34" charset="0"/>
                <a:ea typeface="IBM Plex Sans" pitchFamily="34" charset="-122"/>
                <a:cs typeface="IBM Plex Sans"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a:extLst>
            <a:ext uri="{FF2B5EF4-FFF2-40B4-BE49-F238E27FC236}">
              <a16:creationId xmlns:a16="http://schemas.microsoft.com/office/drawing/2014/main" id="{EF3351E6-29A7-A97C-8FBA-DF061726501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3131255E-E8A1-D004-2811-C6220F6AE90A}"/>
              </a:ext>
            </a:extLst>
          </p:cNvPr>
          <p:cNvSpPr/>
          <p:nvPr/>
        </p:nvSpPr>
        <p:spPr>
          <a:xfrm>
            <a:off x="9692640" y="-2103120"/>
            <a:ext cx="5029200" cy="5029200"/>
          </a:xfrm>
          <a:prstGeom prst="ellipse">
            <a:avLst/>
          </a:prstGeom>
          <a:solidFill>
            <a:srgbClr val="00C2FF">
              <a:alpha val="8000"/>
            </a:srgbClr>
          </a:solidFill>
          <a:ln/>
        </p:spPr>
        <p:txBody>
          <a:bodyPr/>
          <a:lstStyle/>
          <a:p>
            <a:endParaRPr lang="en-IN"/>
          </a:p>
        </p:txBody>
      </p:sp>
      <p:sp>
        <p:nvSpPr>
          <p:cNvPr id="3" name="Shape 1">
            <a:extLst>
              <a:ext uri="{FF2B5EF4-FFF2-40B4-BE49-F238E27FC236}">
                <a16:creationId xmlns:a16="http://schemas.microsoft.com/office/drawing/2014/main" id="{14273FBF-E660-E9AD-45C1-76921B04E739}"/>
              </a:ext>
            </a:extLst>
          </p:cNvPr>
          <p:cNvSpPr/>
          <p:nvPr/>
        </p:nvSpPr>
        <p:spPr>
          <a:xfrm>
            <a:off x="-2011680" y="4572000"/>
            <a:ext cx="4754880" cy="4754880"/>
          </a:xfrm>
          <a:prstGeom prst="ellipse">
            <a:avLst/>
          </a:prstGeom>
          <a:solidFill>
            <a:srgbClr val="00C2FF">
              <a:alpha val="6000"/>
            </a:srgbClr>
          </a:solidFill>
          <a:ln/>
        </p:spPr>
        <p:txBody>
          <a:bodyPr/>
          <a:lstStyle/>
          <a:p>
            <a:endParaRPr lang="en-IN" dirty="0"/>
          </a:p>
        </p:txBody>
      </p:sp>
      <p:sp>
        <p:nvSpPr>
          <p:cNvPr id="4" name="Shape 2">
            <a:extLst>
              <a:ext uri="{FF2B5EF4-FFF2-40B4-BE49-F238E27FC236}">
                <a16:creationId xmlns:a16="http://schemas.microsoft.com/office/drawing/2014/main" id="{E92FD52F-AAD3-9E43-8225-3142D909C90F}"/>
              </a:ext>
            </a:extLst>
          </p:cNvPr>
          <p:cNvSpPr/>
          <p:nvPr/>
        </p:nvSpPr>
        <p:spPr>
          <a:xfrm>
            <a:off x="365760" y="256032"/>
            <a:ext cx="32004" cy="32004"/>
          </a:xfrm>
          <a:prstGeom prst="ellipse">
            <a:avLst/>
          </a:prstGeom>
          <a:solidFill>
            <a:srgbClr val="00C2FF">
              <a:alpha val="45000"/>
            </a:srgbClr>
          </a:solidFill>
          <a:ln/>
        </p:spPr>
        <p:txBody>
          <a:bodyPr/>
          <a:lstStyle/>
          <a:p>
            <a:endParaRPr lang="en-IN"/>
          </a:p>
        </p:txBody>
      </p:sp>
      <p:sp>
        <p:nvSpPr>
          <p:cNvPr id="5" name="Shape 3">
            <a:extLst>
              <a:ext uri="{FF2B5EF4-FFF2-40B4-BE49-F238E27FC236}">
                <a16:creationId xmlns:a16="http://schemas.microsoft.com/office/drawing/2014/main" id="{D7121D95-6B30-0E1C-B14C-200976C0515E}"/>
              </a:ext>
            </a:extLst>
          </p:cNvPr>
          <p:cNvSpPr/>
          <p:nvPr/>
        </p:nvSpPr>
        <p:spPr>
          <a:xfrm>
            <a:off x="1234440" y="256032"/>
            <a:ext cx="32004" cy="32004"/>
          </a:xfrm>
          <a:prstGeom prst="ellipse">
            <a:avLst/>
          </a:prstGeom>
          <a:solidFill>
            <a:srgbClr val="00C2FF">
              <a:alpha val="45000"/>
            </a:srgbClr>
          </a:solidFill>
          <a:ln/>
        </p:spPr>
        <p:txBody>
          <a:bodyPr/>
          <a:lstStyle/>
          <a:p>
            <a:endParaRPr lang="en-IN"/>
          </a:p>
        </p:txBody>
      </p:sp>
      <p:sp>
        <p:nvSpPr>
          <p:cNvPr id="6" name="Shape 4">
            <a:extLst>
              <a:ext uri="{FF2B5EF4-FFF2-40B4-BE49-F238E27FC236}">
                <a16:creationId xmlns:a16="http://schemas.microsoft.com/office/drawing/2014/main" id="{8C030DB5-CC8E-1357-0A3C-859840CC3BA4}"/>
              </a:ext>
            </a:extLst>
          </p:cNvPr>
          <p:cNvSpPr/>
          <p:nvPr/>
        </p:nvSpPr>
        <p:spPr>
          <a:xfrm>
            <a:off x="2103120" y="256032"/>
            <a:ext cx="32004" cy="32004"/>
          </a:xfrm>
          <a:prstGeom prst="ellipse">
            <a:avLst/>
          </a:prstGeom>
          <a:solidFill>
            <a:srgbClr val="00C2FF">
              <a:alpha val="45000"/>
            </a:srgbClr>
          </a:solidFill>
          <a:ln/>
        </p:spPr>
        <p:txBody>
          <a:bodyPr/>
          <a:lstStyle/>
          <a:p>
            <a:endParaRPr lang="en-IN"/>
          </a:p>
        </p:txBody>
      </p:sp>
      <p:sp>
        <p:nvSpPr>
          <p:cNvPr id="7" name="Shape 5">
            <a:extLst>
              <a:ext uri="{FF2B5EF4-FFF2-40B4-BE49-F238E27FC236}">
                <a16:creationId xmlns:a16="http://schemas.microsoft.com/office/drawing/2014/main" id="{BFF55985-FE44-6265-6380-4AD4945562FE}"/>
              </a:ext>
            </a:extLst>
          </p:cNvPr>
          <p:cNvSpPr/>
          <p:nvPr/>
        </p:nvSpPr>
        <p:spPr>
          <a:xfrm>
            <a:off x="2971800" y="256032"/>
            <a:ext cx="32004" cy="32004"/>
          </a:xfrm>
          <a:prstGeom prst="ellipse">
            <a:avLst/>
          </a:prstGeom>
          <a:solidFill>
            <a:srgbClr val="00C2FF">
              <a:alpha val="45000"/>
            </a:srgbClr>
          </a:solidFill>
          <a:ln/>
        </p:spPr>
        <p:txBody>
          <a:bodyPr/>
          <a:lstStyle/>
          <a:p>
            <a:endParaRPr lang="en-IN"/>
          </a:p>
        </p:txBody>
      </p:sp>
      <p:sp>
        <p:nvSpPr>
          <p:cNvPr id="8" name="Shape 6">
            <a:extLst>
              <a:ext uri="{FF2B5EF4-FFF2-40B4-BE49-F238E27FC236}">
                <a16:creationId xmlns:a16="http://schemas.microsoft.com/office/drawing/2014/main" id="{A26D1644-7423-09D2-2958-3FF71670A00E}"/>
              </a:ext>
            </a:extLst>
          </p:cNvPr>
          <p:cNvSpPr/>
          <p:nvPr/>
        </p:nvSpPr>
        <p:spPr>
          <a:xfrm>
            <a:off x="3840480" y="256032"/>
            <a:ext cx="32004" cy="32004"/>
          </a:xfrm>
          <a:prstGeom prst="ellipse">
            <a:avLst/>
          </a:prstGeom>
          <a:solidFill>
            <a:srgbClr val="00C2FF">
              <a:alpha val="45000"/>
            </a:srgbClr>
          </a:solidFill>
          <a:ln/>
        </p:spPr>
        <p:txBody>
          <a:bodyPr/>
          <a:lstStyle/>
          <a:p>
            <a:endParaRPr lang="en-IN"/>
          </a:p>
        </p:txBody>
      </p:sp>
      <p:sp>
        <p:nvSpPr>
          <p:cNvPr id="9" name="Shape 7">
            <a:extLst>
              <a:ext uri="{FF2B5EF4-FFF2-40B4-BE49-F238E27FC236}">
                <a16:creationId xmlns:a16="http://schemas.microsoft.com/office/drawing/2014/main" id="{2FE5F810-CF82-73FE-93C5-0E3D52EEA303}"/>
              </a:ext>
            </a:extLst>
          </p:cNvPr>
          <p:cNvSpPr/>
          <p:nvPr/>
        </p:nvSpPr>
        <p:spPr>
          <a:xfrm>
            <a:off x="4709160" y="256032"/>
            <a:ext cx="32004" cy="32004"/>
          </a:xfrm>
          <a:prstGeom prst="ellipse">
            <a:avLst/>
          </a:prstGeom>
          <a:solidFill>
            <a:srgbClr val="00C2FF">
              <a:alpha val="45000"/>
            </a:srgbClr>
          </a:solidFill>
          <a:ln/>
        </p:spPr>
        <p:txBody>
          <a:bodyPr/>
          <a:lstStyle/>
          <a:p>
            <a:endParaRPr lang="en-IN"/>
          </a:p>
        </p:txBody>
      </p:sp>
      <p:sp>
        <p:nvSpPr>
          <p:cNvPr id="10" name="Shape 8">
            <a:extLst>
              <a:ext uri="{FF2B5EF4-FFF2-40B4-BE49-F238E27FC236}">
                <a16:creationId xmlns:a16="http://schemas.microsoft.com/office/drawing/2014/main" id="{87FDE873-1A4C-AF7C-1EC3-5FEABA8A6536}"/>
              </a:ext>
            </a:extLst>
          </p:cNvPr>
          <p:cNvSpPr/>
          <p:nvPr/>
        </p:nvSpPr>
        <p:spPr>
          <a:xfrm>
            <a:off x="5577840" y="256032"/>
            <a:ext cx="32004" cy="32004"/>
          </a:xfrm>
          <a:prstGeom prst="ellipse">
            <a:avLst/>
          </a:prstGeom>
          <a:solidFill>
            <a:srgbClr val="00C2FF">
              <a:alpha val="45000"/>
            </a:srgbClr>
          </a:solidFill>
          <a:ln/>
        </p:spPr>
        <p:txBody>
          <a:bodyPr/>
          <a:lstStyle/>
          <a:p>
            <a:endParaRPr lang="en-IN"/>
          </a:p>
        </p:txBody>
      </p:sp>
      <p:sp>
        <p:nvSpPr>
          <p:cNvPr id="11" name="Shape 9">
            <a:extLst>
              <a:ext uri="{FF2B5EF4-FFF2-40B4-BE49-F238E27FC236}">
                <a16:creationId xmlns:a16="http://schemas.microsoft.com/office/drawing/2014/main" id="{60E69848-3AAB-5366-3D72-D816541CBED5}"/>
              </a:ext>
            </a:extLst>
          </p:cNvPr>
          <p:cNvSpPr/>
          <p:nvPr/>
        </p:nvSpPr>
        <p:spPr>
          <a:xfrm>
            <a:off x="6446520" y="256032"/>
            <a:ext cx="32004" cy="32004"/>
          </a:xfrm>
          <a:prstGeom prst="ellipse">
            <a:avLst/>
          </a:prstGeom>
          <a:solidFill>
            <a:srgbClr val="00C2FF">
              <a:alpha val="45000"/>
            </a:srgbClr>
          </a:solidFill>
          <a:ln/>
        </p:spPr>
        <p:txBody>
          <a:bodyPr/>
          <a:lstStyle/>
          <a:p>
            <a:endParaRPr lang="en-IN"/>
          </a:p>
        </p:txBody>
      </p:sp>
      <p:sp>
        <p:nvSpPr>
          <p:cNvPr id="12" name="Shape 10">
            <a:extLst>
              <a:ext uri="{FF2B5EF4-FFF2-40B4-BE49-F238E27FC236}">
                <a16:creationId xmlns:a16="http://schemas.microsoft.com/office/drawing/2014/main" id="{A257925A-BE0F-70B1-5EA1-E716A79C649A}"/>
              </a:ext>
            </a:extLst>
          </p:cNvPr>
          <p:cNvSpPr/>
          <p:nvPr/>
        </p:nvSpPr>
        <p:spPr>
          <a:xfrm>
            <a:off x="7315200" y="256032"/>
            <a:ext cx="32004" cy="32004"/>
          </a:xfrm>
          <a:prstGeom prst="ellipse">
            <a:avLst/>
          </a:prstGeom>
          <a:solidFill>
            <a:srgbClr val="00C2FF">
              <a:alpha val="45000"/>
            </a:srgbClr>
          </a:solidFill>
          <a:ln/>
        </p:spPr>
        <p:txBody>
          <a:bodyPr/>
          <a:lstStyle/>
          <a:p>
            <a:endParaRPr lang="en-IN"/>
          </a:p>
        </p:txBody>
      </p:sp>
      <p:sp>
        <p:nvSpPr>
          <p:cNvPr id="13" name="Shape 11">
            <a:extLst>
              <a:ext uri="{FF2B5EF4-FFF2-40B4-BE49-F238E27FC236}">
                <a16:creationId xmlns:a16="http://schemas.microsoft.com/office/drawing/2014/main" id="{EF657C0C-9309-1582-B713-A53919C9EA94}"/>
              </a:ext>
            </a:extLst>
          </p:cNvPr>
          <p:cNvSpPr/>
          <p:nvPr/>
        </p:nvSpPr>
        <p:spPr>
          <a:xfrm>
            <a:off x="8183880" y="256032"/>
            <a:ext cx="32004" cy="32004"/>
          </a:xfrm>
          <a:prstGeom prst="ellipse">
            <a:avLst/>
          </a:prstGeom>
          <a:solidFill>
            <a:srgbClr val="00C2FF">
              <a:alpha val="45000"/>
            </a:srgbClr>
          </a:solidFill>
          <a:ln/>
        </p:spPr>
        <p:txBody>
          <a:bodyPr/>
          <a:lstStyle/>
          <a:p>
            <a:endParaRPr lang="en-IN"/>
          </a:p>
        </p:txBody>
      </p:sp>
      <p:sp>
        <p:nvSpPr>
          <p:cNvPr id="14" name="Shape 12">
            <a:extLst>
              <a:ext uri="{FF2B5EF4-FFF2-40B4-BE49-F238E27FC236}">
                <a16:creationId xmlns:a16="http://schemas.microsoft.com/office/drawing/2014/main" id="{69C95A23-0C3D-AE90-BF95-F5BED234F454}"/>
              </a:ext>
            </a:extLst>
          </p:cNvPr>
          <p:cNvSpPr/>
          <p:nvPr/>
        </p:nvSpPr>
        <p:spPr>
          <a:xfrm>
            <a:off x="9052560" y="256032"/>
            <a:ext cx="32004" cy="32004"/>
          </a:xfrm>
          <a:prstGeom prst="ellipse">
            <a:avLst/>
          </a:prstGeom>
          <a:solidFill>
            <a:srgbClr val="00C2FF">
              <a:alpha val="45000"/>
            </a:srgbClr>
          </a:solidFill>
          <a:ln/>
        </p:spPr>
        <p:txBody>
          <a:bodyPr/>
          <a:lstStyle/>
          <a:p>
            <a:endParaRPr lang="en-IN"/>
          </a:p>
        </p:txBody>
      </p:sp>
      <p:sp>
        <p:nvSpPr>
          <p:cNvPr id="15" name="Shape 13">
            <a:extLst>
              <a:ext uri="{FF2B5EF4-FFF2-40B4-BE49-F238E27FC236}">
                <a16:creationId xmlns:a16="http://schemas.microsoft.com/office/drawing/2014/main" id="{1CF27E2A-2877-185D-FB54-CFCABD4EC24B}"/>
              </a:ext>
            </a:extLst>
          </p:cNvPr>
          <p:cNvSpPr/>
          <p:nvPr/>
        </p:nvSpPr>
        <p:spPr>
          <a:xfrm>
            <a:off x="9921240" y="256032"/>
            <a:ext cx="32004" cy="32004"/>
          </a:xfrm>
          <a:prstGeom prst="ellipse">
            <a:avLst/>
          </a:prstGeom>
          <a:solidFill>
            <a:srgbClr val="00C2FF">
              <a:alpha val="45000"/>
            </a:srgbClr>
          </a:solidFill>
          <a:ln/>
        </p:spPr>
        <p:txBody>
          <a:bodyPr/>
          <a:lstStyle/>
          <a:p>
            <a:endParaRPr lang="en-IN"/>
          </a:p>
        </p:txBody>
      </p:sp>
      <p:sp>
        <p:nvSpPr>
          <p:cNvPr id="16" name="Shape 14">
            <a:extLst>
              <a:ext uri="{FF2B5EF4-FFF2-40B4-BE49-F238E27FC236}">
                <a16:creationId xmlns:a16="http://schemas.microsoft.com/office/drawing/2014/main" id="{DE16FC58-B252-47FA-FFD3-42064C02DFED}"/>
              </a:ext>
            </a:extLst>
          </p:cNvPr>
          <p:cNvSpPr/>
          <p:nvPr/>
        </p:nvSpPr>
        <p:spPr>
          <a:xfrm>
            <a:off x="10789920" y="256032"/>
            <a:ext cx="32004" cy="32004"/>
          </a:xfrm>
          <a:prstGeom prst="ellipse">
            <a:avLst/>
          </a:prstGeom>
          <a:solidFill>
            <a:srgbClr val="00C2FF">
              <a:alpha val="45000"/>
            </a:srgbClr>
          </a:solidFill>
          <a:ln/>
        </p:spPr>
        <p:txBody>
          <a:bodyPr/>
          <a:lstStyle/>
          <a:p>
            <a:endParaRPr lang="en-IN"/>
          </a:p>
        </p:txBody>
      </p:sp>
      <p:sp>
        <p:nvSpPr>
          <p:cNvPr id="17" name="Shape 15">
            <a:extLst>
              <a:ext uri="{FF2B5EF4-FFF2-40B4-BE49-F238E27FC236}">
                <a16:creationId xmlns:a16="http://schemas.microsoft.com/office/drawing/2014/main" id="{9E1EDF48-E6D7-321A-7DA6-AB5A3DDFD500}"/>
              </a:ext>
            </a:extLst>
          </p:cNvPr>
          <p:cNvSpPr/>
          <p:nvPr/>
        </p:nvSpPr>
        <p:spPr>
          <a:xfrm>
            <a:off x="11658600" y="256032"/>
            <a:ext cx="32004" cy="32004"/>
          </a:xfrm>
          <a:prstGeom prst="ellipse">
            <a:avLst/>
          </a:prstGeom>
          <a:solidFill>
            <a:srgbClr val="00C2FF">
              <a:alpha val="45000"/>
            </a:srgbClr>
          </a:solidFill>
          <a:ln/>
        </p:spPr>
        <p:txBody>
          <a:bodyPr/>
          <a:lstStyle/>
          <a:p>
            <a:endParaRPr lang="en-IN"/>
          </a:p>
        </p:txBody>
      </p:sp>
      <p:sp>
        <p:nvSpPr>
          <p:cNvPr id="18" name="Shape 16">
            <a:extLst>
              <a:ext uri="{FF2B5EF4-FFF2-40B4-BE49-F238E27FC236}">
                <a16:creationId xmlns:a16="http://schemas.microsoft.com/office/drawing/2014/main" id="{34809B91-95DF-6F02-42DB-29A3C543506E}"/>
              </a:ext>
            </a:extLst>
          </p:cNvPr>
          <p:cNvSpPr/>
          <p:nvPr/>
        </p:nvSpPr>
        <p:spPr>
          <a:xfrm>
            <a:off x="365760" y="6601968"/>
            <a:ext cx="32004" cy="32004"/>
          </a:xfrm>
          <a:prstGeom prst="ellipse">
            <a:avLst/>
          </a:prstGeom>
          <a:solidFill>
            <a:srgbClr val="00C2FF">
              <a:alpha val="45000"/>
            </a:srgbClr>
          </a:solidFill>
          <a:ln/>
        </p:spPr>
        <p:txBody>
          <a:bodyPr/>
          <a:lstStyle/>
          <a:p>
            <a:endParaRPr lang="en-IN"/>
          </a:p>
        </p:txBody>
      </p:sp>
      <p:sp>
        <p:nvSpPr>
          <p:cNvPr id="19" name="Shape 17">
            <a:extLst>
              <a:ext uri="{FF2B5EF4-FFF2-40B4-BE49-F238E27FC236}">
                <a16:creationId xmlns:a16="http://schemas.microsoft.com/office/drawing/2014/main" id="{3A9625D4-F854-6127-EA4E-E82EFDB7E1BE}"/>
              </a:ext>
            </a:extLst>
          </p:cNvPr>
          <p:cNvSpPr/>
          <p:nvPr/>
        </p:nvSpPr>
        <p:spPr>
          <a:xfrm>
            <a:off x="1234440" y="6601968"/>
            <a:ext cx="32004" cy="32004"/>
          </a:xfrm>
          <a:prstGeom prst="ellipse">
            <a:avLst/>
          </a:prstGeom>
          <a:solidFill>
            <a:srgbClr val="00C2FF">
              <a:alpha val="45000"/>
            </a:srgbClr>
          </a:solidFill>
          <a:ln/>
        </p:spPr>
        <p:txBody>
          <a:bodyPr/>
          <a:lstStyle/>
          <a:p>
            <a:endParaRPr lang="en-IN"/>
          </a:p>
        </p:txBody>
      </p:sp>
      <p:sp>
        <p:nvSpPr>
          <p:cNvPr id="20" name="Shape 18">
            <a:extLst>
              <a:ext uri="{FF2B5EF4-FFF2-40B4-BE49-F238E27FC236}">
                <a16:creationId xmlns:a16="http://schemas.microsoft.com/office/drawing/2014/main" id="{2EE718F4-B7D6-6090-1C8D-35A1BAB3B605}"/>
              </a:ext>
            </a:extLst>
          </p:cNvPr>
          <p:cNvSpPr/>
          <p:nvPr/>
        </p:nvSpPr>
        <p:spPr>
          <a:xfrm>
            <a:off x="2103120" y="6601968"/>
            <a:ext cx="32004" cy="32004"/>
          </a:xfrm>
          <a:prstGeom prst="ellipse">
            <a:avLst/>
          </a:prstGeom>
          <a:solidFill>
            <a:srgbClr val="00C2FF">
              <a:alpha val="45000"/>
            </a:srgbClr>
          </a:solidFill>
          <a:ln/>
        </p:spPr>
        <p:txBody>
          <a:bodyPr/>
          <a:lstStyle/>
          <a:p>
            <a:endParaRPr lang="en-IN"/>
          </a:p>
        </p:txBody>
      </p:sp>
      <p:sp>
        <p:nvSpPr>
          <p:cNvPr id="21" name="Shape 19">
            <a:extLst>
              <a:ext uri="{FF2B5EF4-FFF2-40B4-BE49-F238E27FC236}">
                <a16:creationId xmlns:a16="http://schemas.microsoft.com/office/drawing/2014/main" id="{4D192ADD-52A0-6B4F-4316-E64D8326A005}"/>
              </a:ext>
            </a:extLst>
          </p:cNvPr>
          <p:cNvSpPr/>
          <p:nvPr/>
        </p:nvSpPr>
        <p:spPr>
          <a:xfrm>
            <a:off x="2971800" y="6601968"/>
            <a:ext cx="32004" cy="32004"/>
          </a:xfrm>
          <a:prstGeom prst="ellipse">
            <a:avLst/>
          </a:prstGeom>
          <a:solidFill>
            <a:srgbClr val="00C2FF">
              <a:alpha val="45000"/>
            </a:srgbClr>
          </a:solidFill>
          <a:ln/>
        </p:spPr>
        <p:txBody>
          <a:bodyPr/>
          <a:lstStyle/>
          <a:p>
            <a:endParaRPr lang="en-IN"/>
          </a:p>
        </p:txBody>
      </p:sp>
      <p:sp>
        <p:nvSpPr>
          <p:cNvPr id="22" name="Shape 20">
            <a:extLst>
              <a:ext uri="{FF2B5EF4-FFF2-40B4-BE49-F238E27FC236}">
                <a16:creationId xmlns:a16="http://schemas.microsoft.com/office/drawing/2014/main" id="{F39E62D5-2324-AC5C-00B2-1D391B00310F}"/>
              </a:ext>
            </a:extLst>
          </p:cNvPr>
          <p:cNvSpPr/>
          <p:nvPr/>
        </p:nvSpPr>
        <p:spPr>
          <a:xfrm>
            <a:off x="3840480" y="6601968"/>
            <a:ext cx="32004" cy="32004"/>
          </a:xfrm>
          <a:prstGeom prst="ellipse">
            <a:avLst/>
          </a:prstGeom>
          <a:solidFill>
            <a:srgbClr val="00C2FF">
              <a:alpha val="45000"/>
            </a:srgbClr>
          </a:solidFill>
          <a:ln/>
        </p:spPr>
        <p:txBody>
          <a:bodyPr/>
          <a:lstStyle/>
          <a:p>
            <a:endParaRPr lang="en-IN"/>
          </a:p>
        </p:txBody>
      </p:sp>
      <p:sp>
        <p:nvSpPr>
          <p:cNvPr id="23" name="Shape 21">
            <a:extLst>
              <a:ext uri="{FF2B5EF4-FFF2-40B4-BE49-F238E27FC236}">
                <a16:creationId xmlns:a16="http://schemas.microsoft.com/office/drawing/2014/main" id="{984B6175-B276-CCE5-028B-C9444C535A5A}"/>
              </a:ext>
            </a:extLst>
          </p:cNvPr>
          <p:cNvSpPr/>
          <p:nvPr/>
        </p:nvSpPr>
        <p:spPr>
          <a:xfrm>
            <a:off x="4709160" y="6601968"/>
            <a:ext cx="32004" cy="32004"/>
          </a:xfrm>
          <a:prstGeom prst="ellipse">
            <a:avLst/>
          </a:prstGeom>
          <a:solidFill>
            <a:srgbClr val="00C2FF">
              <a:alpha val="45000"/>
            </a:srgbClr>
          </a:solidFill>
          <a:ln/>
        </p:spPr>
        <p:txBody>
          <a:bodyPr/>
          <a:lstStyle/>
          <a:p>
            <a:endParaRPr lang="en-IN"/>
          </a:p>
        </p:txBody>
      </p:sp>
      <p:sp>
        <p:nvSpPr>
          <p:cNvPr id="24" name="Shape 22">
            <a:extLst>
              <a:ext uri="{FF2B5EF4-FFF2-40B4-BE49-F238E27FC236}">
                <a16:creationId xmlns:a16="http://schemas.microsoft.com/office/drawing/2014/main" id="{E259CFDD-B19A-D1DD-36D7-E56A2CDA5C7F}"/>
              </a:ext>
            </a:extLst>
          </p:cNvPr>
          <p:cNvSpPr/>
          <p:nvPr/>
        </p:nvSpPr>
        <p:spPr>
          <a:xfrm>
            <a:off x="5577840" y="6601968"/>
            <a:ext cx="32004" cy="32004"/>
          </a:xfrm>
          <a:prstGeom prst="ellipse">
            <a:avLst/>
          </a:prstGeom>
          <a:solidFill>
            <a:srgbClr val="00C2FF">
              <a:alpha val="45000"/>
            </a:srgbClr>
          </a:solidFill>
          <a:ln/>
        </p:spPr>
        <p:txBody>
          <a:bodyPr/>
          <a:lstStyle/>
          <a:p>
            <a:endParaRPr lang="en-IN"/>
          </a:p>
        </p:txBody>
      </p:sp>
      <p:sp>
        <p:nvSpPr>
          <p:cNvPr id="25" name="Shape 23">
            <a:extLst>
              <a:ext uri="{FF2B5EF4-FFF2-40B4-BE49-F238E27FC236}">
                <a16:creationId xmlns:a16="http://schemas.microsoft.com/office/drawing/2014/main" id="{97306762-244D-D06F-3246-60816DAF855A}"/>
              </a:ext>
            </a:extLst>
          </p:cNvPr>
          <p:cNvSpPr/>
          <p:nvPr/>
        </p:nvSpPr>
        <p:spPr>
          <a:xfrm>
            <a:off x="6446520" y="6601968"/>
            <a:ext cx="32004" cy="32004"/>
          </a:xfrm>
          <a:prstGeom prst="ellipse">
            <a:avLst/>
          </a:prstGeom>
          <a:solidFill>
            <a:srgbClr val="00C2FF">
              <a:alpha val="45000"/>
            </a:srgbClr>
          </a:solidFill>
          <a:ln/>
        </p:spPr>
        <p:txBody>
          <a:bodyPr/>
          <a:lstStyle/>
          <a:p>
            <a:endParaRPr lang="en-IN"/>
          </a:p>
        </p:txBody>
      </p:sp>
      <p:sp>
        <p:nvSpPr>
          <p:cNvPr id="26" name="Shape 24">
            <a:extLst>
              <a:ext uri="{FF2B5EF4-FFF2-40B4-BE49-F238E27FC236}">
                <a16:creationId xmlns:a16="http://schemas.microsoft.com/office/drawing/2014/main" id="{A2492110-D0B1-D47C-384E-33ED1C32814E}"/>
              </a:ext>
            </a:extLst>
          </p:cNvPr>
          <p:cNvSpPr/>
          <p:nvPr/>
        </p:nvSpPr>
        <p:spPr>
          <a:xfrm>
            <a:off x="7315200" y="6601968"/>
            <a:ext cx="32004" cy="32004"/>
          </a:xfrm>
          <a:prstGeom prst="ellipse">
            <a:avLst/>
          </a:prstGeom>
          <a:solidFill>
            <a:srgbClr val="00C2FF">
              <a:alpha val="45000"/>
            </a:srgbClr>
          </a:solidFill>
          <a:ln/>
        </p:spPr>
        <p:txBody>
          <a:bodyPr/>
          <a:lstStyle/>
          <a:p>
            <a:endParaRPr lang="en-IN"/>
          </a:p>
        </p:txBody>
      </p:sp>
      <p:sp>
        <p:nvSpPr>
          <p:cNvPr id="27" name="Shape 25">
            <a:extLst>
              <a:ext uri="{FF2B5EF4-FFF2-40B4-BE49-F238E27FC236}">
                <a16:creationId xmlns:a16="http://schemas.microsoft.com/office/drawing/2014/main" id="{E580A839-5F73-A603-6612-36E454BD871C}"/>
              </a:ext>
            </a:extLst>
          </p:cNvPr>
          <p:cNvSpPr/>
          <p:nvPr/>
        </p:nvSpPr>
        <p:spPr>
          <a:xfrm>
            <a:off x="8183880" y="6601968"/>
            <a:ext cx="32004" cy="32004"/>
          </a:xfrm>
          <a:prstGeom prst="ellipse">
            <a:avLst/>
          </a:prstGeom>
          <a:solidFill>
            <a:srgbClr val="00C2FF">
              <a:alpha val="45000"/>
            </a:srgbClr>
          </a:solidFill>
          <a:ln/>
        </p:spPr>
        <p:txBody>
          <a:bodyPr/>
          <a:lstStyle/>
          <a:p>
            <a:endParaRPr lang="en-IN"/>
          </a:p>
        </p:txBody>
      </p:sp>
      <p:sp>
        <p:nvSpPr>
          <p:cNvPr id="28" name="Shape 26">
            <a:extLst>
              <a:ext uri="{FF2B5EF4-FFF2-40B4-BE49-F238E27FC236}">
                <a16:creationId xmlns:a16="http://schemas.microsoft.com/office/drawing/2014/main" id="{AACB5A86-93B5-118C-19C5-D33915129B82}"/>
              </a:ext>
            </a:extLst>
          </p:cNvPr>
          <p:cNvSpPr/>
          <p:nvPr/>
        </p:nvSpPr>
        <p:spPr>
          <a:xfrm>
            <a:off x="9052560" y="6601968"/>
            <a:ext cx="32004" cy="32004"/>
          </a:xfrm>
          <a:prstGeom prst="ellipse">
            <a:avLst/>
          </a:prstGeom>
          <a:solidFill>
            <a:srgbClr val="00C2FF">
              <a:alpha val="45000"/>
            </a:srgbClr>
          </a:solidFill>
          <a:ln/>
        </p:spPr>
        <p:txBody>
          <a:bodyPr/>
          <a:lstStyle/>
          <a:p>
            <a:endParaRPr lang="en-IN"/>
          </a:p>
        </p:txBody>
      </p:sp>
      <p:sp>
        <p:nvSpPr>
          <p:cNvPr id="29" name="Shape 27">
            <a:extLst>
              <a:ext uri="{FF2B5EF4-FFF2-40B4-BE49-F238E27FC236}">
                <a16:creationId xmlns:a16="http://schemas.microsoft.com/office/drawing/2014/main" id="{0D2EC1D4-E2E1-8A67-6A8D-DE1C160AFF5C}"/>
              </a:ext>
            </a:extLst>
          </p:cNvPr>
          <p:cNvSpPr/>
          <p:nvPr/>
        </p:nvSpPr>
        <p:spPr>
          <a:xfrm>
            <a:off x="9921240" y="6601968"/>
            <a:ext cx="32004" cy="32004"/>
          </a:xfrm>
          <a:prstGeom prst="ellipse">
            <a:avLst/>
          </a:prstGeom>
          <a:solidFill>
            <a:srgbClr val="00C2FF">
              <a:alpha val="45000"/>
            </a:srgbClr>
          </a:solidFill>
          <a:ln/>
        </p:spPr>
        <p:txBody>
          <a:bodyPr/>
          <a:lstStyle/>
          <a:p>
            <a:endParaRPr lang="en-IN"/>
          </a:p>
        </p:txBody>
      </p:sp>
      <p:sp>
        <p:nvSpPr>
          <p:cNvPr id="30" name="Shape 28">
            <a:extLst>
              <a:ext uri="{FF2B5EF4-FFF2-40B4-BE49-F238E27FC236}">
                <a16:creationId xmlns:a16="http://schemas.microsoft.com/office/drawing/2014/main" id="{F013E56F-16F1-F067-D541-D539440B327E}"/>
              </a:ext>
            </a:extLst>
          </p:cNvPr>
          <p:cNvSpPr/>
          <p:nvPr/>
        </p:nvSpPr>
        <p:spPr>
          <a:xfrm>
            <a:off x="10789920" y="6601968"/>
            <a:ext cx="32004" cy="32004"/>
          </a:xfrm>
          <a:prstGeom prst="ellipse">
            <a:avLst/>
          </a:prstGeom>
          <a:solidFill>
            <a:srgbClr val="00C2FF">
              <a:alpha val="45000"/>
            </a:srgbClr>
          </a:solidFill>
          <a:ln/>
        </p:spPr>
        <p:txBody>
          <a:bodyPr/>
          <a:lstStyle/>
          <a:p>
            <a:endParaRPr lang="en-IN"/>
          </a:p>
        </p:txBody>
      </p:sp>
      <p:sp>
        <p:nvSpPr>
          <p:cNvPr id="31" name="Shape 29">
            <a:extLst>
              <a:ext uri="{FF2B5EF4-FFF2-40B4-BE49-F238E27FC236}">
                <a16:creationId xmlns:a16="http://schemas.microsoft.com/office/drawing/2014/main" id="{CA17CDB6-9371-004E-5454-09456FE1F12D}"/>
              </a:ext>
            </a:extLst>
          </p:cNvPr>
          <p:cNvSpPr/>
          <p:nvPr/>
        </p:nvSpPr>
        <p:spPr>
          <a:xfrm>
            <a:off x="11658600" y="6601968"/>
            <a:ext cx="32004" cy="32004"/>
          </a:xfrm>
          <a:prstGeom prst="ellipse">
            <a:avLst/>
          </a:prstGeom>
          <a:solidFill>
            <a:srgbClr val="00C2FF">
              <a:alpha val="45000"/>
            </a:srgbClr>
          </a:solidFill>
          <a:ln/>
        </p:spPr>
        <p:txBody>
          <a:bodyPr/>
          <a:lstStyle/>
          <a:p>
            <a:endParaRPr lang="en-IN"/>
          </a:p>
        </p:txBody>
      </p:sp>
      <p:sp>
        <p:nvSpPr>
          <p:cNvPr id="32" name="Text 30">
            <a:extLst>
              <a:ext uri="{FF2B5EF4-FFF2-40B4-BE49-F238E27FC236}">
                <a16:creationId xmlns:a16="http://schemas.microsoft.com/office/drawing/2014/main" id="{6F7820E1-C3FF-39FF-2B92-5C6F41EE0162}"/>
              </a:ext>
            </a:extLst>
          </p:cNvPr>
          <p:cNvSpPr/>
          <p:nvPr/>
        </p:nvSpPr>
        <p:spPr>
          <a:xfrm>
            <a:off x="548640" y="384048"/>
            <a:ext cx="7315200" cy="274320"/>
          </a:xfrm>
          <a:prstGeom prst="rect">
            <a:avLst/>
          </a:prstGeom>
          <a:noFill/>
          <a:ln/>
        </p:spPr>
        <p:txBody>
          <a:bodyPr wrap="square" rtlCol="0" anchor="ctr"/>
          <a:lstStyle/>
          <a:p>
            <a:pPr marL="0" indent="0">
              <a:buNone/>
            </a:pPr>
            <a:endParaRPr lang="en-US" sz="1100" dirty="0"/>
          </a:p>
        </p:txBody>
      </p:sp>
      <p:sp>
        <p:nvSpPr>
          <p:cNvPr id="33" name="Text 31">
            <a:extLst>
              <a:ext uri="{FF2B5EF4-FFF2-40B4-BE49-F238E27FC236}">
                <a16:creationId xmlns:a16="http://schemas.microsoft.com/office/drawing/2014/main" id="{17F546C8-BB2C-DCDB-1EE1-C6B3AB53C77A}"/>
              </a:ext>
            </a:extLst>
          </p:cNvPr>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FFFFFF"/>
                </a:solidFill>
                <a:latin typeface="Montserrat" pitchFamily="34" charset="0"/>
                <a:ea typeface="Montserrat" pitchFamily="34" charset="-122"/>
                <a:cs typeface="Montserrat" pitchFamily="34" charset="-120"/>
              </a:rPr>
              <a:t>Prototype</a:t>
            </a:r>
            <a:endParaRPr lang="en-US" sz="3000" dirty="0"/>
          </a:p>
        </p:txBody>
      </p:sp>
      <p:sp>
        <p:nvSpPr>
          <p:cNvPr id="35" name="Text 32">
            <a:extLst>
              <a:ext uri="{FF2B5EF4-FFF2-40B4-BE49-F238E27FC236}">
                <a16:creationId xmlns:a16="http://schemas.microsoft.com/office/drawing/2014/main" id="{4989D95C-44EA-86A8-F5A0-B764D8A6D216}"/>
              </a:ext>
            </a:extLst>
          </p:cNvPr>
          <p:cNvSpPr/>
          <p:nvPr/>
        </p:nvSpPr>
        <p:spPr>
          <a:xfrm>
            <a:off x="548640" y="6528816"/>
            <a:ext cx="5486400" cy="256032"/>
          </a:xfrm>
          <a:prstGeom prst="rect">
            <a:avLst/>
          </a:prstGeom>
          <a:noFill/>
          <a:ln/>
        </p:spPr>
        <p:txBody>
          <a:bodyPr wrap="square" rtlCol="0" anchor="ctr"/>
          <a:lstStyle/>
          <a:p>
            <a:pPr marL="0" indent="0">
              <a:buNone/>
            </a:pPr>
            <a:r>
              <a:rPr lang="en-US" sz="850" kern="0" spc="120" dirty="0">
                <a:solidFill>
                  <a:srgbClr val="8A94B0"/>
                </a:solidFill>
                <a:latin typeface="Poppins" pitchFamily="34" charset="0"/>
                <a:ea typeface="Poppins" pitchFamily="34" charset="-122"/>
                <a:cs typeface="Poppins" pitchFamily="34" charset="-120"/>
              </a:rPr>
              <a:t>FINSPARK'26  ·  BANK OF MAHARASHTRA</a:t>
            </a:r>
            <a:endParaRPr lang="en-US" sz="850" dirty="0"/>
          </a:p>
        </p:txBody>
      </p:sp>
      <p:sp>
        <p:nvSpPr>
          <p:cNvPr id="36" name="Text 33">
            <a:extLst>
              <a:ext uri="{FF2B5EF4-FFF2-40B4-BE49-F238E27FC236}">
                <a16:creationId xmlns:a16="http://schemas.microsoft.com/office/drawing/2014/main" id="{4DE182E3-96DE-AE78-52A5-92C003445843}"/>
              </a:ext>
            </a:extLst>
          </p:cNvPr>
          <p:cNvSpPr/>
          <p:nvPr/>
        </p:nvSpPr>
        <p:spPr>
          <a:xfrm>
            <a:off x="11338560" y="6528816"/>
            <a:ext cx="365760" cy="256032"/>
          </a:xfrm>
          <a:prstGeom prst="rect">
            <a:avLst/>
          </a:prstGeom>
          <a:noFill/>
          <a:ln/>
        </p:spPr>
        <p:txBody>
          <a:bodyPr wrap="square" rtlCol="0" anchor="ctr"/>
          <a:lstStyle/>
          <a:p>
            <a:pPr marL="0" indent="0" algn="r">
              <a:buNone/>
            </a:pPr>
            <a:r>
              <a:rPr lang="en-US" sz="900" dirty="0">
                <a:solidFill>
                  <a:srgbClr val="8A94B0"/>
                </a:solidFill>
                <a:latin typeface="IBM Plex Sans" pitchFamily="34" charset="0"/>
                <a:ea typeface="IBM Plex Sans" pitchFamily="34" charset="-122"/>
                <a:cs typeface="IBM Plex Sans" pitchFamily="34" charset="-120"/>
              </a:rPr>
              <a:t>08</a:t>
            </a:r>
            <a:endParaRPr lang="en-US" sz="900" dirty="0"/>
          </a:p>
        </p:txBody>
      </p:sp>
      <p:pic>
        <p:nvPicPr>
          <p:cNvPr id="38" name="Picture 37">
            <a:extLst>
              <a:ext uri="{FF2B5EF4-FFF2-40B4-BE49-F238E27FC236}">
                <a16:creationId xmlns:a16="http://schemas.microsoft.com/office/drawing/2014/main" id="{8C2CC439-95E8-FA90-065E-E0633FACE369}"/>
              </a:ext>
            </a:extLst>
          </p:cNvPr>
          <p:cNvPicPr>
            <a:picLocks noChangeAspect="1"/>
          </p:cNvPicPr>
          <p:nvPr/>
        </p:nvPicPr>
        <p:blipFill>
          <a:blip r:embed="rId3"/>
          <a:stretch>
            <a:fillRect/>
          </a:stretch>
        </p:blipFill>
        <p:spPr>
          <a:xfrm>
            <a:off x="2830224" y="1572768"/>
            <a:ext cx="6238338" cy="420827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744003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a:extLst>
            <a:ext uri="{FF2B5EF4-FFF2-40B4-BE49-F238E27FC236}">
              <a16:creationId xmlns:a16="http://schemas.microsoft.com/office/drawing/2014/main" id="{8277EE86-ADC9-9B08-6306-C6177706ECAB}"/>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D19AC6D-C328-A242-2B30-C2821F7C080C}"/>
              </a:ext>
            </a:extLst>
          </p:cNvPr>
          <p:cNvSpPr/>
          <p:nvPr/>
        </p:nvSpPr>
        <p:spPr>
          <a:xfrm>
            <a:off x="9692640" y="-2103120"/>
            <a:ext cx="5029200" cy="5029200"/>
          </a:xfrm>
          <a:prstGeom prst="ellipse">
            <a:avLst/>
          </a:prstGeom>
          <a:solidFill>
            <a:srgbClr val="00C2FF">
              <a:alpha val="8000"/>
            </a:srgbClr>
          </a:solidFill>
          <a:ln/>
        </p:spPr>
        <p:txBody>
          <a:bodyPr/>
          <a:lstStyle/>
          <a:p>
            <a:endParaRPr lang="en-IN"/>
          </a:p>
        </p:txBody>
      </p:sp>
      <p:sp>
        <p:nvSpPr>
          <p:cNvPr id="3" name="Shape 1">
            <a:extLst>
              <a:ext uri="{FF2B5EF4-FFF2-40B4-BE49-F238E27FC236}">
                <a16:creationId xmlns:a16="http://schemas.microsoft.com/office/drawing/2014/main" id="{F135B5B0-08C7-A65A-CB1B-C8CA6EAAB9B2}"/>
              </a:ext>
            </a:extLst>
          </p:cNvPr>
          <p:cNvSpPr/>
          <p:nvPr/>
        </p:nvSpPr>
        <p:spPr>
          <a:xfrm>
            <a:off x="-2011680" y="4572000"/>
            <a:ext cx="4754880" cy="4754880"/>
          </a:xfrm>
          <a:prstGeom prst="ellipse">
            <a:avLst/>
          </a:prstGeom>
          <a:solidFill>
            <a:srgbClr val="00C2FF">
              <a:alpha val="6000"/>
            </a:srgbClr>
          </a:solidFill>
          <a:ln/>
        </p:spPr>
        <p:txBody>
          <a:bodyPr/>
          <a:lstStyle/>
          <a:p>
            <a:endParaRPr lang="en-IN" dirty="0"/>
          </a:p>
        </p:txBody>
      </p:sp>
      <p:sp>
        <p:nvSpPr>
          <p:cNvPr id="4" name="Shape 2">
            <a:extLst>
              <a:ext uri="{FF2B5EF4-FFF2-40B4-BE49-F238E27FC236}">
                <a16:creationId xmlns:a16="http://schemas.microsoft.com/office/drawing/2014/main" id="{34D164FE-7A91-7445-202F-B786B360B70A}"/>
              </a:ext>
            </a:extLst>
          </p:cNvPr>
          <p:cNvSpPr/>
          <p:nvPr/>
        </p:nvSpPr>
        <p:spPr>
          <a:xfrm>
            <a:off x="365760" y="256032"/>
            <a:ext cx="32004" cy="32004"/>
          </a:xfrm>
          <a:prstGeom prst="ellipse">
            <a:avLst/>
          </a:prstGeom>
          <a:solidFill>
            <a:srgbClr val="00C2FF">
              <a:alpha val="45000"/>
            </a:srgbClr>
          </a:solidFill>
          <a:ln/>
        </p:spPr>
        <p:txBody>
          <a:bodyPr/>
          <a:lstStyle/>
          <a:p>
            <a:endParaRPr lang="en-IN"/>
          </a:p>
        </p:txBody>
      </p:sp>
      <p:sp>
        <p:nvSpPr>
          <p:cNvPr id="5" name="Shape 3">
            <a:extLst>
              <a:ext uri="{FF2B5EF4-FFF2-40B4-BE49-F238E27FC236}">
                <a16:creationId xmlns:a16="http://schemas.microsoft.com/office/drawing/2014/main" id="{B55A3419-5DBB-7A56-2572-3A314D17DE06}"/>
              </a:ext>
            </a:extLst>
          </p:cNvPr>
          <p:cNvSpPr/>
          <p:nvPr/>
        </p:nvSpPr>
        <p:spPr>
          <a:xfrm>
            <a:off x="1234440" y="256032"/>
            <a:ext cx="32004" cy="32004"/>
          </a:xfrm>
          <a:prstGeom prst="ellipse">
            <a:avLst/>
          </a:prstGeom>
          <a:solidFill>
            <a:srgbClr val="00C2FF">
              <a:alpha val="45000"/>
            </a:srgbClr>
          </a:solidFill>
          <a:ln/>
        </p:spPr>
        <p:txBody>
          <a:bodyPr/>
          <a:lstStyle/>
          <a:p>
            <a:endParaRPr lang="en-IN"/>
          </a:p>
        </p:txBody>
      </p:sp>
      <p:sp>
        <p:nvSpPr>
          <p:cNvPr id="6" name="Shape 4">
            <a:extLst>
              <a:ext uri="{FF2B5EF4-FFF2-40B4-BE49-F238E27FC236}">
                <a16:creationId xmlns:a16="http://schemas.microsoft.com/office/drawing/2014/main" id="{02D69D30-B0A3-F884-BD90-8C986DB34392}"/>
              </a:ext>
            </a:extLst>
          </p:cNvPr>
          <p:cNvSpPr/>
          <p:nvPr/>
        </p:nvSpPr>
        <p:spPr>
          <a:xfrm>
            <a:off x="2103120" y="256032"/>
            <a:ext cx="32004" cy="32004"/>
          </a:xfrm>
          <a:prstGeom prst="ellipse">
            <a:avLst/>
          </a:prstGeom>
          <a:solidFill>
            <a:srgbClr val="00C2FF">
              <a:alpha val="45000"/>
            </a:srgbClr>
          </a:solidFill>
          <a:ln/>
        </p:spPr>
        <p:txBody>
          <a:bodyPr/>
          <a:lstStyle/>
          <a:p>
            <a:endParaRPr lang="en-IN"/>
          </a:p>
        </p:txBody>
      </p:sp>
      <p:sp>
        <p:nvSpPr>
          <p:cNvPr id="7" name="Shape 5">
            <a:extLst>
              <a:ext uri="{FF2B5EF4-FFF2-40B4-BE49-F238E27FC236}">
                <a16:creationId xmlns:a16="http://schemas.microsoft.com/office/drawing/2014/main" id="{359092D0-8D8D-9D34-6D0F-6140061B0070}"/>
              </a:ext>
            </a:extLst>
          </p:cNvPr>
          <p:cNvSpPr/>
          <p:nvPr/>
        </p:nvSpPr>
        <p:spPr>
          <a:xfrm>
            <a:off x="2971800" y="256032"/>
            <a:ext cx="32004" cy="32004"/>
          </a:xfrm>
          <a:prstGeom prst="ellipse">
            <a:avLst/>
          </a:prstGeom>
          <a:solidFill>
            <a:srgbClr val="00C2FF">
              <a:alpha val="45000"/>
            </a:srgbClr>
          </a:solidFill>
          <a:ln/>
        </p:spPr>
        <p:txBody>
          <a:bodyPr/>
          <a:lstStyle/>
          <a:p>
            <a:endParaRPr lang="en-IN"/>
          </a:p>
        </p:txBody>
      </p:sp>
      <p:sp>
        <p:nvSpPr>
          <p:cNvPr id="8" name="Shape 6">
            <a:extLst>
              <a:ext uri="{FF2B5EF4-FFF2-40B4-BE49-F238E27FC236}">
                <a16:creationId xmlns:a16="http://schemas.microsoft.com/office/drawing/2014/main" id="{9F3E2E57-A1A2-C052-098E-731E57EFC622}"/>
              </a:ext>
            </a:extLst>
          </p:cNvPr>
          <p:cNvSpPr/>
          <p:nvPr/>
        </p:nvSpPr>
        <p:spPr>
          <a:xfrm>
            <a:off x="3840480" y="256032"/>
            <a:ext cx="32004" cy="32004"/>
          </a:xfrm>
          <a:prstGeom prst="ellipse">
            <a:avLst/>
          </a:prstGeom>
          <a:solidFill>
            <a:srgbClr val="00C2FF">
              <a:alpha val="45000"/>
            </a:srgbClr>
          </a:solidFill>
          <a:ln/>
        </p:spPr>
        <p:txBody>
          <a:bodyPr/>
          <a:lstStyle/>
          <a:p>
            <a:endParaRPr lang="en-IN"/>
          </a:p>
        </p:txBody>
      </p:sp>
      <p:sp>
        <p:nvSpPr>
          <p:cNvPr id="9" name="Shape 7">
            <a:extLst>
              <a:ext uri="{FF2B5EF4-FFF2-40B4-BE49-F238E27FC236}">
                <a16:creationId xmlns:a16="http://schemas.microsoft.com/office/drawing/2014/main" id="{97D09ABA-EFA6-85C4-60F2-A2EDB52F660E}"/>
              </a:ext>
            </a:extLst>
          </p:cNvPr>
          <p:cNvSpPr/>
          <p:nvPr/>
        </p:nvSpPr>
        <p:spPr>
          <a:xfrm>
            <a:off x="4709160" y="256032"/>
            <a:ext cx="32004" cy="32004"/>
          </a:xfrm>
          <a:prstGeom prst="ellipse">
            <a:avLst/>
          </a:prstGeom>
          <a:solidFill>
            <a:srgbClr val="00C2FF">
              <a:alpha val="45000"/>
            </a:srgbClr>
          </a:solidFill>
          <a:ln/>
        </p:spPr>
        <p:txBody>
          <a:bodyPr/>
          <a:lstStyle/>
          <a:p>
            <a:endParaRPr lang="en-IN"/>
          </a:p>
        </p:txBody>
      </p:sp>
      <p:sp>
        <p:nvSpPr>
          <p:cNvPr id="10" name="Shape 8">
            <a:extLst>
              <a:ext uri="{FF2B5EF4-FFF2-40B4-BE49-F238E27FC236}">
                <a16:creationId xmlns:a16="http://schemas.microsoft.com/office/drawing/2014/main" id="{EA678F9E-E9E2-A269-2ECA-097D456C444D}"/>
              </a:ext>
            </a:extLst>
          </p:cNvPr>
          <p:cNvSpPr/>
          <p:nvPr/>
        </p:nvSpPr>
        <p:spPr>
          <a:xfrm>
            <a:off x="5577840" y="256032"/>
            <a:ext cx="32004" cy="32004"/>
          </a:xfrm>
          <a:prstGeom prst="ellipse">
            <a:avLst/>
          </a:prstGeom>
          <a:solidFill>
            <a:srgbClr val="00C2FF">
              <a:alpha val="45000"/>
            </a:srgbClr>
          </a:solidFill>
          <a:ln/>
        </p:spPr>
        <p:txBody>
          <a:bodyPr/>
          <a:lstStyle/>
          <a:p>
            <a:endParaRPr lang="en-IN"/>
          </a:p>
        </p:txBody>
      </p:sp>
      <p:sp>
        <p:nvSpPr>
          <p:cNvPr id="11" name="Shape 9">
            <a:extLst>
              <a:ext uri="{FF2B5EF4-FFF2-40B4-BE49-F238E27FC236}">
                <a16:creationId xmlns:a16="http://schemas.microsoft.com/office/drawing/2014/main" id="{A611D471-4BA8-09E3-4860-7013D884A3F3}"/>
              </a:ext>
            </a:extLst>
          </p:cNvPr>
          <p:cNvSpPr/>
          <p:nvPr/>
        </p:nvSpPr>
        <p:spPr>
          <a:xfrm>
            <a:off x="6446520" y="256032"/>
            <a:ext cx="32004" cy="32004"/>
          </a:xfrm>
          <a:prstGeom prst="ellipse">
            <a:avLst/>
          </a:prstGeom>
          <a:solidFill>
            <a:srgbClr val="00C2FF">
              <a:alpha val="45000"/>
            </a:srgbClr>
          </a:solidFill>
          <a:ln/>
        </p:spPr>
        <p:txBody>
          <a:bodyPr/>
          <a:lstStyle/>
          <a:p>
            <a:endParaRPr lang="en-IN"/>
          </a:p>
        </p:txBody>
      </p:sp>
      <p:sp>
        <p:nvSpPr>
          <p:cNvPr id="12" name="Shape 10">
            <a:extLst>
              <a:ext uri="{FF2B5EF4-FFF2-40B4-BE49-F238E27FC236}">
                <a16:creationId xmlns:a16="http://schemas.microsoft.com/office/drawing/2014/main" id="{E7798363-82D4-E8DA-B1B2-8AA477F03135}"/>
              </a:ext>
            </a:extLst>
          </p:cNvPr>
          <p:cNvSpPr/>
          <p:nvPr/>
        </p:nvSpPr>
        <p:spPr>
          <a:xfrm>
            <a:off x="7315200" y="256032"/>
            <a:ext cx="32004" cy="32004"/>
          </a:xfrm>
          <a:prstGeom prst="ellipse">
            <a:avLst/>
          </a:prstGeom>
          <a:solidFill>
            <a:srgbClr val="00C2FF">
              <a:alpha val="45000"/>
            </a:srgbClr>
          </a:solidFill>
          <a:ln/>
        </p:spPr>
        <p:txBody>
          <a:bodyPr/>
          <a:lstStyle/>
          <a:p>
            <a:endParaRPr lang="en-IN"/>
          </a:p>
        </p:txBody>
      </p:sp>
      <p:sp>
        <p:nvSpPr>
          <p:cNvPr id="13" name="Shape 11">
            <a:extLst>
              <a:ext uri="{FF2B5EF4-FFF2-40B4-BE49-F238E27FC236}">
                <a16:creationId xmlns:a16="http://schemas.microsoft.com/office/drawing/2014/main" id="{212EB2DB-5C03-A3AF-49EF-DE42EE2D6B83}"/>
              </a:ext>
            </a:extLst>
          </p:cNvPr>
          <p:cNvSpPr/>
          <p:nvPr/>
        </p:nvSpPr>
        <p:spPr>
          <a:xfrm>
            <a:off x="8183880" y="256032"/>
            <a:ext cx="32004" cy="32004"/>
          </a:xfrm>
          <a:prstGeom prst="ellipse">
            <a:avLst/>
          </a:prstGeom>
          <a:solidFill>
            <a:srgbClr val="00C2FF">
              <a:alpha val="45000"/>
            </a:srgbClr>
          </a:solidFill>
          <a:ln/>
        </p:spPr>
        <p:txBody>
          <a:bodyPr/>
          <a:lstStyle/>
          <a:p>
            <a:endParaRPr lang="en-IN"/>
          </a:p>
        </p:txBody>
      </p:sp>
      <p:sp>
        <p:nvSpPr>
          <p:cNvPr id="14" name="Shape 12">
            <a:extLst>
              <a:ext uri="{FF2B5EF4-FFF2-40B4-BE49-F238E27FC236}">
                <a16:creationId xmlns:a16="http://schemas.microsoft.com/office/drawing/2014/main" id="{85FA1F24-1585-32F2-79ED-426101EC6FFF}"/>
              </a:ext>
            </a:extLst>
          </p:cNvPr>
          <p:cNvSpPr/>
          <p:nvPr/>
        </p:nvSpPr>
        <p:spPr>
          <a:xfrm>
            <a:off x="9052560" y="256032"/>
            <a:ext cx="32004" cy="32004"/>
          </a:xfrm>
          <a:prstGeom prst="ellipse">
            <a:avLst/>
          </a:prstGeom>
          <a:solidFill>
            <a:srgbClr val="00C2FF">
              <a:alpha val="45000"/>
            </a:srgbClr>
          </a:solidFill>
          <a:ln/>
        </p:spPr>
        <p:txBody>
          <a:bodyPr/>
          <a:lstStyle/>
          <a:p>
            <a:endParaRPr lang="en-IN"/>
          </a:p>
        </p:txBody>
      </p:sp>
      <p:sp>
        <p:nvSpPr>
          <p:cNvPr id="15" name="Shape 13">
            <a:extLst>
              <a:ext uri="{FF2B5EF4-FFF2-40B4-BE49-F238E27FC236}">
                <a16:creationId xmlns:a16="http://schemas.microsoft.com/office/drawing/2014/main" id="{25A2C472-AAF0-98D1-7929-F23AC4DAEEBA}"/>
              </a:ext>
            </a:extLst>
          </p:cNvPr>
          <p:cNvSpPr/>
          <p:nvPr/>
        </p:nvSpPr>
        <p:spPr>
          <a:xfrm>
            <a:off x="9921240" y="256032"/>
            <a:ext cx="32004" cy="32004"/>
          </a:xfrm>
          <a:prstGeom prst="ellipse">
            <a:avLst/>
          </a:prstGeom>
          <a:solidFill>
            <a:srgbClr val="00C2FF">
              <a:alpha val="45000"/>
            </a:srgbClr>
          </a:solidFill>
          <a:ln/>
        </p:spPr>
        <p:txBody>
          <a:bodyPr/>
          <a:lstStyle/>
          <a:p>
            <a:endParaRPr lang="en-IN"/>
          </a:p>
        </p:txBody>
      </p:sp>
      <p:sp>
        <p:nvSpPr>
          <p:cNvPr id="16" name="Shape 14">
            <a:extLst>
              <a:ext uri="{FF2B5EF4-FFF2-40B4-BE49-F238E27FC236}">
                <a16:creationId xmlns:a16="http://schemas.microsoft.com/office/drawing/2014/main" id="{1454F628-19A1-086F-D1B1-61852E02B5F6}"/>
              </a:ext>
            </a:extLst>
          </p:cNvPr>
          <p:cNvSpPr/>
          <p:nvPr/>
        </p:nvSpPr>
        <p:spPr>
          <a:xfrm>
            <a:off x="10789920" y="256032"/>
            <a:ext cx="32004" cy="32004"/>
          </a:xfrm>
          <a:prstGeom prst="ellipse">
            <a:avLst/>
          </a:prstGeom>
          <a:solidFill>
            <a:srgbClr val="00C2FF">
              <a:alpha val="45000"/>
            </a:srgbClr>
          </a:solidFill>
          <a:ln/>
        </p:spPr>
        <p:txBody>
          <a:bodyPr/>
          <a:lstStyle/>
          <a:p>
            <a:endParaRPr lang="en-IN"/>
          </a:p>
        </p:txBody>
      </p:sp>
      <p:sp>
        <p:nvSpPr>
          <p:cNvPr id="17" name="Shape 15">
            <a:extLst>
              <a:ext uri="{FF2B5EF4-FFF2-40B4-BE49-F238E27FC236}">
                <a16:creationId xmlns:a16="http://schemas.microsoft.com/office/drawing/2014/main" id="{99EDC1FB-1692-B98B-DD7A-CD15F72AE972}"/>
              </a:ext>
            </a:extLst>
          </p:cNvPr>
          <p:cNvSpPr/>
          <p:nvPr/>
        </p:nvSpPr>
        <p:spPr>
          <a:xfrm>
            <a:off x="11658600" y="256032"/>
            <a:ext cx="32004" cy="32004"/>
          </a:xfrm>
          <a:prstGeom prst="ellipse">
            <a:avLst/>
          </a:prstGeom>
          <a:solidFill>
            <a:srgbClr val="00C2FF">
              <a:alpha val="45000"/>
            </a:srgbClr>
          </a:solidFill>
          <a:ln/>
        </p:spPr>
        <p:txBody>
          <a:bodyPr/>
          <a:lstStyle/>
          <a:p>
            <a:endParaRPr lang="en-IN"/>
          </a:p>
        </p:txBody>
      </p:sp>
      <p:sp>
        <p:nvSpPr>
          <p:cNvPr id="18" name="Shape 16">
            <a:extLst>
              <a:ext uri="{FF2B5EF4-FFF2-40B4-BE49-F238E27FC236}">
                <a16:creationId xmlns:a16="http://schemas.microsoft.com/office/drawing/2014/main" id="{B8B3251E-0902-1757-BEA5-FA2F754DBE30}"/>
              </a:ext>
            </a:extLst>
          </p:cNvPr>
          <p:cNvSpPr/>
          <p:nvPr/>
        </p:nvSpPr>
        <p:spPr>
          <a:xfrm>
            <a:off x="365760" y="6601968"/>
            <a:ext cx="32004" cy="32004"/>
          </a:xfrm>
          <a:prstGeom prst="ellipse">
            <a:avLst/>
          </a:prstGeom>
          <a:solidFill>
            <a:srgbClr val="00C2FF">
              <a:alpha val="45000"/>
            </a:srgbClr>
          </a:solidFill>
          <a:ln/>
        </p:spPr>
        <p:txBody>
          <a:bodyPr/>
          <a:lstStyle/>
          <a:p>
            <a:endParaRPr lang="en-IN"/>
          </a:p>
        </p:txBody>
      </p:sp>
      <p:sp>
        <p:nvSpPr>
          <p:cNvPr id="19" name="Shape 17">
            <a:extLst>
              <a:ext uri="{FF2B5EF4-FFF2-40B4-BE49-F238E27FC236}">
                <a16:creationId xmlns:a16="http://schemas.microsoft.com/office/drawing/2014/main" id="{00084C82-2924-FC4B-3649-6E2B79BCE687}"/>
              </a:ext>
            </a:extLst>
          </p:cNvPr>
          <p:cNvSpPr/>
          <p:nvPr/>
        </p:nvSpPr>
        <p:spPr>
          <a:xfrm>
            <a:off x="1234440" y="6601968"/>
            <a:ext cx="32004" cy="32004"/>
          </a:xfrm>
          <a:prstGeom prst="ellipse">
            <a:avLst/>
          </a:prstGeom>
          <a:solidFill>
            <a:srgbClr val="00C2FF">
              <a:alpha val="45000"/>
            </a:srgbClr>
          </a:solidFill>
          <a:ln/>
        </p:spPr>
        <p:txBody>
          <a:bodyPr/>
          <a:lstStyle/>
          <a:p>
            <a:endParaRPr lang="en-IN"/>
          </a:p>
        </p:txBody>
      </p:sp>
      <p:sp>
        <p:nvSpPr>
          <p:cNvPr id="20" name="Shape 18">
            <a:extLst>
              <a:ext uri="{FF2B5EF4-FFF2-40B4-BE49-F238E27FC236}">
                <a16:creationId xmlns:a16="http://schemas.microsoft.com/office/drawing/2014/main" id="{7D5B587A-CEA2-13A1-4405-5607792B0CB0}"/>
              </a:ext>
            </a:extLst>
          </p:cNvPr>
          <p:cNvSpPr/>
          <p:nvPr/>
        </p:nvSpPr>
        <p:spPr>
          <a:xfrm>
            <a:off x="2103120" y="6601968"/>
            <a:ext cx="32004" cy="32004"/>
          </a:xfrm>
          <a:prstGeom prst="ellipse">
            <a:avLst/>
          </a:prstGeom>
          <a:solidFill>
            <a:srgbClr val="00C2FF">
              <a:alpha val="45000"/>
            </a:srgbClr>
          </a:solidFill>
          <a:ln/>
        </p:spPr>
        <p:txBody>
          <a:bodyPr/>
          <a:lstStyle/>
          <a:p>
            <a:endParaRPr lang="en-IN"/>
          </a:p>
        </p:txBody>
      </p:sp>
      <p:sp>
        <p:nvSpPr>
          <p:cNvPr id="21" name="Shape 19">
            <a:extLst>
              <a:ext uri="{FF2B5EF4-FFF2-40B4-BE49-F238E27FC236}">
                <a16:creationId xmlns:a16="http://schemas.microsoft.com/office/drawing/2014/main" id="{4FFB86E2-869B-4EEA-8E3D-A5A0717ECCB9}"/>
              </a:ext>
            </a:extLst>
          </p:cNvPr>
          <p:cNvSpPr/>
          <p:nvPr/>
        </p:nvSpPr>
        <p:spPr>
          <a:xfrm>
            <a:off x="2971800" y="6601968"/>
            <a:ext cx="32004" cy="32004"/>
          </a:xfrm>
          <a:prstGeom prst="ellipse">
            <a:avLst/>
          </a:prstGeom>
          <a:solidFill>
            <a:srgbClr val="00C2FF">
              <a:alpha val="45000"/>
            </a:srgbClr>
          </a:solidFill>
          <a:ln/>
        </p:spPr>
        <p:txBody>
          <a:bodyPr/>
          <a:lstStyle/>
          <a:p>
            <a:endParaRPr lang="en-IN"/>
          </a:p>
        </p:txBody>
      </p:sp>
      <p:sp>
        <p:nvSpPr>
          <p:cNvPr id="22" name="Shape 20">
            <a:extLst>
              <a:ext uri="{FF2B5EF4-FFF2-40B4-BE49-F238E27FC236}">
                <a16:creationId xmlns:a16="http://schemas.microsoft.com/office/drawing/2014/main" id="{522C3583-873E-8EF7-83C9-832568DEED92}"/>
              </a:ext>
            </a:extLst>
          </p:cNvPr>
          <p:cNvSpPr/>
          <p:nvPr/>
        </p:nvSpPr>
        <p:spPr>
          <a:xfrm>
            <a:off x="3840480" y="6601968"/>
            <a:ext cx="32004" cy="32004"/>
          </a:xfrm>
          <a:prstGeom prst="ellipse">
            <a:avLst/>
          </a:prstGeom>
          <a:solidFill>
            <a:srgbClr val="00C2FF">
              <a:alpha val="45000"/>
            </a:srgbClr>
          </a:solidFill>
          <a:ln/>
        </p:spPr>
        <p:txBody>
          <a:bodyPr/>
          <a:lstStyle/>
          <a:p>
            <a:endParaRPr lang="en-IN"/>
          </a:p>
        </p:txBody>
      </p:sp>
      <p:sp>
        <p:nvSpPr>
          <p:cNvPr id="23" name="Shape 21">
            <a:extLst>
              <a:ext uri="{FF2B5EF4-FFF2-40B4-BE49-F238E27FC236}">
                <a16:creationId xmlns:a16="http://schemas.microsoft.com/office/drawing/2014/main" id="{A3DC61AA-BA0B-3EB5-38CD-78D24D1F64CB}"/>
              </a:ext>
            </a:extLst>
          </p:cNvPr>
          <p:cNvSpPr/>
          <p:nvPr/>
        </p:nvSpPr>
        <p:spPr>
          <a:xfrm>
            <a:off x="4709160" y="6601968"/>
            <a:ext cx="32004" cy="32004"/>
          </a:xfrm>
          <a:prstGeom prst="ellipse">
            <a:avLst/>
          </a:prstGeom>
          <a:solidFill>
            <a:srgbClr val="00C2FF">
              <a:alpha val="45000"/>
            </a:srgbClr>
          </a:solidFill>
          <a:ln/>
        </p:spPr>
        <p:txBody>
          <a:bodyPr/>
          <a:lstStyle/>
          <a:p>
            <a:endParaRPr lang="en-IN"/>
          </a:p>
        </p:txBody>
      </p:sp>
      <p:sp>
        <p:nvSpPr>
          <p:cNvPr id="24" name="Shape 22">
            <a:extLst>
              <a:ext uri="{FF2B5EF4-FFF2-40B4-BE49-F238E27FC236}">
                <a16:creationId xmlns:a16="http://schemas.microsoft.com/office/drawing/2014/main" id="{E79BCBCA-254E-2029-C9B9-0474AB14E0C6}"/>
              </a:ext>
            </a:extLst>
          </p:cNvPr>
          <p:cNvSpPr/>
          <p:nvPr/>
        </p:nvSpPr>
        <p:spPr>
          <a:xfrm>
            <a:off x="5577840" y="6601968"/>
            <a:ext cx="32004" cy="32004"/>
          </a:xfrm>
          <a:prstGeom prst="ellipse">
            <a:avLst/>
          </a:prstGeom>
          <a:solidFill>
            <a:srgbClr val="00C2FF">
              <a:alpha val="45000"/>
            </a:srgbClr>
          </a:solidFill>
          <a:ln/>
        </p:spPr>
        <p:txBody>
          <a:bodyPr/>
          <a:lstStyle/>
          <a:p>
            <a:endParaRPr lang="en-IN"/>
          </a:p>
        </p:txBody>
      </p:sp>
      <p:sp>
        <p:nvSpPr>
          <p:cNvPr id="25" name="Shape 23">
            <a:extLst>
              <a:ext uri="{FF2B5EF4-FFF2-40B4-BE49-F238E27FC236}">
                <a16:creationId xmlns:a16="http://schemas.microsoft.com/office/drawing/2014/main" id="{82A3973A-7C9F-2AE2-C315-4537D6F62B9B}"/>
              </a:ext>
            </a:extLst>
          </p:cNvPr>
          <p:cNvSpPr/>
          <p:nvPr/>
        </p:nvSpPr>
        <p:spPr>
          <a:xfrm>
            <a:off x="6446520" y="6601968"/>
            <a:ext cx="32004" cy="32004"/>
          </a:xfrm>
          <a:prstGeom prst="ellipse">
            <a:avLst/>
          </a:prstGeom>
          <a:solidFill>
            <a:srgbClr val="00C2FF">
              <a:alpha val="45000"/>
            </a:srgbClr>
          </a:solidFill>
          <a:ln/>
        </p:spPr>
        <p:txBody>
          <a:bodyPr/>
          <a:lstStyle/>
          <a:p>
            <a:endParaRPr lang="en-IN"/>
          </a:p>
        </p:txBody>
      </p:sp>
      <p:sp>
        <p:nvSpPr>
          <p:cNvPr id="26" name="Shape 24">
            <a:extLst>
              <a:ext uri="{FF2B5EF4-FFF2-40B4-BE49-F238E27FC236}">
                <a16:creationId xmlns:a16="http://schemas.microsoft.com/office/drawing/2014/main" id="{0B22B773-B805-88E6-66CB-27C597A60DC3}"/>
              </a:ext>
            </a:extLst>
          </p:cNvPr>
          <p:cNvSpPr/>
          <p:nvPr/>
        </p:nvSpPr>
        <p:spPr>
          <a:xfrm>
            <a:off x="7315200" y="6601968"/>
            <a:ext cx="32004" cy="32004"/>
          </a:xfrm>
          <a:prstGeom prst="ellipse">
            <a:avLst/>
          </a:prstGeom>
          <a:solidFill>
            <a:srgbClr val="00C2FF">
              <a:alpha val="45000"/>
            </a:srgbClr>
          </a:solidFill>
          <a:ln/>
        </p:spPr>
        <p:txBody>
          <a:bodyPr/>
          <a:lstStyle/>
          <a:p>
            <a:endParaRPr lang="en-IN"/>
          </a:p>
        </p:txBody>
      </p:sp>
      <p:sp>
        <p:nvSpPr>
          <p:cNvPr id="27" name="Shape 25">
            <a:extLst>
              <a:ext uri="{FF2B5EF4-FFF2-40B4-BE49-F238E27FC236}">
                <a16:creationId xmlns:a16="http://schemas.microsoft.com/office/drawing/2014/main" id="{2106BB8C-14EF-68D0-D942-2065D3269FE1}"/>
              </a:ext>
            </a:extLst>
          </p:cNvPr>
          <p:cNvSpPr/>
          <p:nvPr/>
        </p:nvSpPr>
        <p:spPr>
          <a:xfrm>
            <a:off x="8183880" y="6601968"/>
            <a:ext cx="32004" cy="32004"/>
          </a:xfrm>
          <a:prstGeom prst="ellipse">
            <a:avLst/>
          </a:prstGeom>
          <a:solidFill>
            <a:srgbClr val="00C2FF">
              <a:alpha val="45000"/>
            </a:srgbClr>
          </a:solidFill>
          <a:ln/>
        </p:spPr>
        <p:txBody>
          <a:bodyPr/>
          <a:lstStyle/>
          <a:p>
            <a:endParaRPr lang="en-IN"/>
          </a:p>
        </p:txBody>
      </p:sp>
      <p:sp>
        <p:nvSpPr>
          <p:cNvPr id="28" name="Shape 26">
            <a:extLst>
              <a:ext uri="{FF2B5EF4-FFF2-40B4-BE49-F238E27FC236}">
                <a16:creationId xmlns:a16="http://schemas.microsoft.com/office/drawing/2014/main" id="{A7B06535-9487-7F60-FEA2-146737E6F823}"/>
              </a:ext>
            </a:extLst>
          </p:cNvPr>
          <p:cNvSpPr/>
          <p:nvPr/>
        </p:nvSpPr>
        <p:spPr>
          <a:xfrm>
            <a:off x="9052560" y="6601968"/>
            <a:ext cx="32004" cy="32004"/>
          </a:xfrm>
          <a:prstGeom prst="ellipse">
            <a:avLst/>
          </a:prstGeom>
          <a:solidFill>
            <a:srgbClr val="00C2FF">
              <a:alpha val="45000"/>
            </a:srgbClr>
          </a:solidFill>
          <a:ln/>
        </p:spPr>
        <p:txBody>
          <a:bodyPr/>
          <a:lstStyle/>
          <a:p>
            <a:endParaRPr lang="en-IN"/>
          </a:p>
        </p:txBody>
      </p:sp>
      <p:sp>
        <p:nvSpPr>
          <p:cNvPr id="29" name="Shape 27">
            <a:extLst>
              <a:ext uri="{FF2B5EF4-FFF2-40B4-BE49-F238E27FC236}">
                <a16:creationId xmlns:a16="http://schemas.microsoft.com/office/drawing/2014/main" id="{186D6FDE-0871-90DB-AD1E-A4610A98E04C}"/>
              </a:ext>
            </a:extLst>
          </p:cNvPr>
          <p:cNvSpPr/>
          <p:nvPr/>
        </p:nvSpPr>
        <p:spPr>
          <a:xfrm>
            <a:off x="9921240" y="6601968"/>
            <a:ext cx="32004" cy="32004"/>
          </a:xfrm>
          <a:prstGeom prst="ellipse">
            <a:avLst/>
          </a:prstGeom>
          <a:solidFill>
            <a:srgbClr val="00C2FF">
              <a:alpha val="45000"/>
            </a:srgbClr>
          </a:solidFill>
          <a:ln/>
        </p:spPr>
        <p:txBody>
          <a:bodyPr/>
          <a:lstStyle/>
          <a:p>
            <a:endParaRPr lang="en-IN"/>
          </a:p>
        </p:txBody>
      </p:sp>
      <p:sp>
        <p:nvSpPr>
          <p:cNvPr id="30" name="Shape 28">
            <a:extLst>
              <a:ext uri="{FF2B5EF4-FFF2-40B4-BE49-F238E27FC236}">
                <a16:creationId xmlns:a16="http://schemas.microsoft.com/office/drawing/2014/main" id="{20487BA5-2CFD-42CE-30EF-9E4527CEB1C2}"/>
              </a:ext>
            </a:extLst>
          </p:cNvPr>
          <p:cNvSpPr/>
          <p:nvPr/>
        </p:nvSpPr>
        <p:spPr>
          <a:xfrm>
            <a:off x="10789920" y="6601968"/>
            <a:ext cx="32004" cy="32004"/>
          </a:xfrm>
          <a:prstGeom prst="ellipse">
            <a:avLst/>
          </a:prstGeom>
          <a:solidFill>
            <a:srgbClr val="00C2FF">
              <a:alpha val="45000"/>
            </a:srgbClr>
          </a:solidFill>
          <a:ln/>
        </p:spPr>
        <p:txBody>
          <a:bodyPr/>
          <a:lstStyle/>
          <a:p>
            <a:endParaRPr lang="en-IN"/>
          </a:p>
        </p:txBody>
      </p:sp>
      <p:sp>
        <p:nvSpPr>
          <p:cNvPr id="31" name="Shape 29">
            <a:extLst>
              <a:ext uri="{FF2B5EF4-FFF2-40B4-BE49-F238E27FC236}">
                <a16:creationId xmlns:a16="http://schemas.microsoft.com/office/drawing/2014/main" id="{C7F799B8-ADA1-633D-9E4F-926DC98A64E7}"/>
              </a:ext>
            </a:extLst>
          </p:cNvPr>
          <p:cNvSpPr/>
          <p:nvPr/>
        </p:nvSpPr>
        <p:spPr>
          <a:xfrm>
            <a:off x="11658600" y="6601968"/>
            <a:ext cx="32004" cy="32004"/>
          </a:xfrm>
          <a:prstGeom prst="ellipse">
            <a:avLst/>
          </a:prstGeom>
          <a:solidFill>
            <a:srgbClr val="00C2FF">
              <a:alpha val="45000"/>
            </a:srgbClr>
          </a:solidFill>
          <a:ln/>
        </p:spPr>
        <p:txBody>
          <a:bodyPr/>
          <a:lstStyle/>
          <a:p>
            <a:endParaRPr lang="en-IN"/>
          </a:p>
        </p:txBody>
      </p:sp>
      <p:sp>
        <p:nvSpPr>
          <p:cNvPr id="32" name="Text 30">
            <a:extLst>
              <a:ext uri="{FF2B5EF4-FFF2-40B4-BE49-F238E27FC236}">
                <a16:creationId xmlns:a16="http://schemas.microsoft.com/office/drawing/2014/main" id="{218870B4-B5ED-93C4-09FB-A2F3A59A2D18}"/>
              </a:ext>
            </a:extLst>
          </p:cNvPr>
          <p:cNvSpPr/>
          <p:nvPr/>
        </p:nvSpPr>
        <p:spPr>
          <a:xfrm>
            <a:off x="548640" y="384048"/>
            <a:ext cx="7315200" cy="274320"/>
          </a:xfrm>
          <a:prstGeom prst="rect">
            <a:avLst/>
          </a:prstGeom>
          <a:noFill/>
          <a:ln/>
        </p:spPr>
        <p:txBody>
          <a:bodyPr wrap="square" rtlCol="0" anchor="ctr"/>
          <a:lstStyle/>
          <a:p>
            <a:pPr marL="0" indent="0">
              <a:buNone/>
            </a:pPr>
            <a:endParaRPr lang="en-US" sz="1100" dirty="0"/>
          </a:p>
        </p:txBody>
      </p:sp>
      <p:sp>
        <p:nvSpPr>
          <p:cNvPr id="33" name="Text 31">
            <a:extLst>
              <a:ext uri="{FF2B5EF4-FFF2-40B4-BE49-F238E27FC236}">
                <a16:creationId xmlns:a16="http://schemas.microsoft.com/office/drawing/2014/main" id="{169EE639-06E8-A5A9-CD47-50F6E7A419C3}"/>
              </a:ext>
            </a:extLst>
          </p:cNvPr>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FFFFFF"/>
                </a:solidFill>
                <a:latin typeface="Montserrat" pitchFamily="34" charset="0"/>
                <a:ea typeface="Montserrat" pitchFamily="34" charset="-122"/>
                <a:cs typeface="Montserrat" pitchFamily="34" charset="-120"/>
              </a:rPr>
              <a:t>Prototype</a:t>
            </a:r>
            <a:endParaRPr lang="en-US" sz="3000" dirty="0"/>
          </a:p>
        </p:txBody>
      </p:sp>
      <p:sp>
        <p:nvSpPr>
          <p:cNvPr id="35" name="Text 32">
            <a:extLst>
              <a:ext uri="{FF2B5EF4-FFF2-40B4-BE49-F238E27FC236}">
                <a16:creationId xmlns:a16="http://schemas.microsoft.com/office/drawing/2014/main" id="{11124C2D-D99A-8239-A6A3-1317888D3E69}"/>
              </a:ext>
            </a:extLst>
          </p:cNvPr>
          <p:cNvSpPr/>
          <p:nvPr/>
        </p:nvSpPr>
        <p:spPr>
          <a:xfrm>
            <a:off x="548640" y="6528816"/>
            <a:ext cx="5486400" cy="256032"/>
          </a:xfrm>
          <a:prstGeom prst="rect">
            <a:avLst/>
          </a:prstGeom>
          <a:noFill/>
          <a:ln/>
        </p:spPr>
        <p:txBody>
          <a:bodyPr wrap="square" rtlCol="0" anchor="ctr"/>
          <a:lstStyle/>
          <a:p>
            <a:pPr marL="0" indent="0">
              <a:buNone/>
            </a:pPr>
            <a:r>
              <a:rPr lang="en-US" sz="850" kern="0" spc="120" dirty="0">
                <a:solidFill>
                  <a:srgbClr val="8A94B0"/>
                </a:solidFill>
                <a:latin typeface="Poppins" pitchFamily="34" charset="0"/>
                <a:ea typeface="Poppins" pitchFamily="34" charset="-122"/>
                <a:cs typeface="Poppins" pitchFamily="34" charset="-120"/>
              </a:rPr>
              <a:t>FINSPARK'26  ·  BANK OF MAHARASHTRA</a:t>
            </a:r>
            <a:endParaRPr lang="en-US" sz="850" dirty="0"/>
          </a:p>
        </p:txBody>
      </p:sp>
      <p:sp>
        <p:nvSpPr>
          <p:cNvPr id="36" name="Text 33">
            <a:extLst>
              <a:ext uri="{FF2B5EF4-FFF2-40B4-BE49-F238E27FC236}">
                <a16:creationId xmlns:a16="http://schemas.microsoft.com/office/drawing/2014/main" id="{987FC44C-8F54-3BDD-D792-F75EAC0210BB}"/>
              </a:ext>
            </a:extLst>
          </p:cNvPr>
          <p:cNvSpPr/>
          <p:nvPr/>
        </p:nvSpPr>
        <p:spPr>
          <a:xfrm>
            <a:off x="11338560" y="6528816"/>
            <a:ext cx="365760" cy="256032"/>
          </a:xfrm>
          <a:prstGeom prst="rect">
            <a:avLst/>
          </a:prstGeom>
          <a:noFill/>
          <a:ln/>
        </p:spPr>
        <p:txBody>
          <a:bodyPr wrap="square" rtlCol="0" anchor="ctr"/>
          <a:lstStyle/>
          <a:p>
            <a:pPr marL="0" indent="0" algn="r">
              <a:buNone/>
            </a:pPr>
            <a:r>
              <a:rPr lang="en-US" sz="900" dirty="0">
                <a:solidFill>
                  <a:srgbClr val="8A94B0"/>
                </a:solidFill>
                <a:latin typeface="IBM Plex Sans" pitchFamily="34" charset="0"/>
                <a:ea typeface="IBM Plex Sans" pitchFamily="34" charset="-122"/>
                <a:cs typeface="IBM Plex Sans" pitchFamily="34" charset="-120"/>
              </a:rPr>
              <a:t>08</a:t>
            </a:r>
            <a:endParaRPr lang="en-US" sz="900" dirty="0"/>
          </a:p>
        </p:txBody>
      </p:sp>
      <p:pic>
        <p:nvPicPr>
          <p:cNvPr id="37" name="Picture 36">
            <a:extLst>
              <a:ext uri="{FF2B5EF4-FFF2-40B4-BE49-F238E27FC236}">
                <a16:creationId xmlns:a16="http://schemas.microsoft.com/office/drawing/2014/main" id="{DCEC991A-A68A-25E8-290C-82646241E007}"/>
              </a:ext>
            </a:extLst>
          </p:cNvPr>
          <p:cNvPicPr>
            <a:picLocks noChangeAspect="1"/>
          </p:cNvPicPr>
          <p:nvPr/>
        </p:nvPicPr>
        <p:blipFill>
          <a:blip r:embed="rId3"/>
          <a:stretch>
            <a:fillRect/>
          </a:stretch>
        </p:blipFill>
        <p:spPr>
          <a:xfrm>
            <a:off x="2103120" y="1572768"/>
            <a:ext cx="8301551" cy="4302180"/>
          </a:xfrm>
          <a:prstGeom prst="rect">
            <a:avLst/>
          </a:prstGeom>
        </p:spPr>
      </p:pic>
    </p:spTree>
    <p:extLst>
      <p:ext uri="{BB962C8B-B14F-4D97-AF65-F5344CB8AC3E}">
        <p14:creationId xmlns:p14="http://schemas.microsoft.com/office/powerpoint/2010/main" val="18583788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a:extLst>
            <a:ext uri="{FF2B5EF4-FFF2-40B4-BE49-F238E27FC236}">
              <a16:creationId xmlns:a16="http://schemas.microsoft.com/office/drawing/2014/main" id="{FD1BE19C-C399-DF24-B7D7-B61EABF2F3A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5081862-55B9-3B09-7482-73EB3776AC59}"/>
              </a:ext>
            </a:extLst>
          </p:cNvPr>
          <p:cNvSpPr/>
          <p:nvPr/>
        </p:nvSpPr>
        <p:spPr>
          <a:xfrm>
            <a:off x="9692640" y="-2103120"/>
            <a:ext cx="5029200" cy="5029200"/>
          </a:xfrm>
          <a:prstGeom prst="ellipse">
            <a:avLst/>
          </a:prstGeom>
          <a:solidFill>
            <a:srgbClr val="00C2FF">
              <a:alpha val="8000"/>
            </a:srgbClr>
          </a:solidFill>
          <a:ln/>
        </p:spPr>
        <p:txBody>
          <a:bodyPr/>
          <a:lstStyle/>
          <a:p>
            <a:endParaRPr lang="en-IN"/>
          </a:p>
        </p:txBody>
      </p:sp>
      <p:sp>
        <p:nvSpPr>
          <p:cNvPr id="3" name="Shape 1">
            <a:extLst>
              <a:ext uri="{FF2B5EF4-FFF2-40B4-BE49-F238E27FC236}">
                <a16:creationId xmlns:a16="http://schemas.microsoft.com/office/drawing/2014/main" id="{E9964E0D-4D5A-FC5A-C2BC-367AD378D306}"/>
              </a:ext>
            </a:extLst>
          </p:cNvPr>
          <p:cNvSpPr/>
          <p:nvPr/>
        </p:nvSpPr>
        <p:spPr>
          <a:xfrm>
            <a:off x="-2011680" y="4572000"/>
            <a:ext cx="4754880" cy="4754880"/>
          </a:xfrm>
          <a:prstGeom prst="ellipse">
            <a:avLst/>
          </a:prstGeom>
          <a:solidFill>
            <a:srgbClr val="00C2FF">
              <a:alpha val="6000"/>
            </a:srgbClr>
          </a:solidFill>
          <a:ln/>
        </p:spPr>
        <p:txBody>
          <a:bodyPr/>
          <a:lstStyle/>
          <a:p>
            <a:endParaRPr lang="en-IN" dirty="0"/>
          </a:p>
        </p:txBody>
      </p:sp>
      <p:sp>
        <p:nvSpPr>
          <p:cNvPr id="4" name="Shape 2">
            <a:extLst>
              <a:ext uri="{FF2B5EF4-FFF2-40B4-BE49-F238E27FC236}">
                <a16:creationId xmlns:a16="http://schemas.microsoft.com/office/drawing/2014/main" id="{C83D6849-7C1B-8D33-670C-A177D5F2741D}"/>
              </a:ext>
            </a:extLst>
          </p:cNvPr>
          <p:cNvSpPr/>
          <p:nvPr/>
        </p:nvSpPr>
        <p:spPr>
          <a:xfrm>
            <a:off x="365760" y="256032"/>
            <a:ext cx="32004" cy="32004"/>
          </a:xfrm>
          <a:prstGeom prst="ellipse">
            <a:avLst/>
          </a:prstGeom>
          <a:solidFill>
            <a:srgbClr val="00C2FF">
              <a:alpha val="45000"/>
            </a:srgbClr>
          </a:solidFill>
          <a:ln/>
        </p:spPr>
        <p:txBody>
          <a:bodyPr/>
          <a:lstStyle/>
          <a:p>
            <a:endParaRPr lang="en-IN"/>
          </a:p>
        </p:txBody>
      </p:sp>
      <p:sp>
        <p:nvSpPr>
          <p:cNvPr id="5" name="Shape 3">
            <a:extLst>
              <a:ext uri="{FF2B5EF4-FFF2-40B4-BE49-F238E27FC236}">
                <a16:creationId xmlns:a16="http://schemas.microsoft.com/office/drawing/2014/main" id="{589F99E0-8B1F-BC1A-AAD2-4C23D003C7F6}"/>
              </a:ext>
            </a:extLst>
          </p:cNvPr>
          <p:cNvSpPr/>
          <p:nvPr/>
        </p:nvSpPr>
        <p:spPr>
          <a:xfrm>
            <a:off x="1234440" y="256032"/>
            <a:ext cx="32004" cy="32004"/>
          </a:xfrm>
          <a:prstGeom prst="ellipse">
            <a:avLst/>
          </a:prstGeom>
          <a:solidFill>
            <a:srgbClr val="00C2FF">
              <a:alpha val="45000"/>
            </a:srgbClr>
          </a:solidFill>
          <a:ln/>
        </p:spPr>
        <p:txBody>
          <a:bodyPr/>
          <a:lstStyle/>
          <a:p>
            <a:endParaRPr lang="en-IN"/>
          </a:p>
        </p:txBody>
      </p:sp>
      <p:sp>
        <p:nvSpPr>
          <p:cNvPr id="6" name="Shape 4">
            <a:extLst>
              <a:ext uri="{FF2B5EF4-FFF2-40B4-BE49-F238E27FC236}">
                <a16:creationId xmlns:a16="http://schemas.microsoft.com/office/drawing/2014/main" id="{3E7626ED-010A-ECAB-7462-BC480E4EFD9E}"/>
              </a:ext>
            </a:extLst>
          </p:cNvPr>
          <p:cNvSpPr/>
          <p:nvPr/>
        </p:nvSpPr>
        <p:spPr>
          <a:xfrm>
            <a:off x="2103120" y="256032"/>
            <a:ext cx="32004" cy="32004"/>
          </a:xfrm>
          <a:prstGeom prst="ellipse">
            <a:avLst/>
          </a:prstGeom>
          <a:solidFill>
            <a:srgbClr val="00C2FF">
              <a:alpha val="45000"/>
            </a:srgbClr>
          </a:solidFill>
          <a:ln/>
        </p:spPr>
        <p:txBody>
          <a:bodyPr/>
          <a:lstStyle/>
          <a:p>
            <a:endParaRPr lang="en-IN"/>
          </a:p>
        </p:txBody>
      </p:sp>
      <p:sp>
        <p:nvSpPr>
          <p:cNvPr id="7" name="Shape 5">
            <a:extLst>
              <a:ext uri="{FF2B5EF4-FFF2-40B4-BE49-F238E27FC236}">
                <a16:creationId xmlns:a16="http://schemas.microsoft.com/office/drawing/2014/main" id="{53F39054-FD70-1542-43BB-CBAEED28F8A6}"/>
              </a:ext>
            </a:extLst>
          </p:cNvPr>
          <p:cNvSpPr/>
          <p:nvPr/>
        </p:nvSpPr>
        <p:spPr>
          <a:xfrm>
            <a:off x="2971800" y="256032"/>
            <a:ext cx="32004" cy="32004"/>
          </a:xfrm>
          <a:prstGeom prst="ellipse">
            <a:avLst/>
          </a:prstGeom>
          <a:solidFill>
            <a:srgbClr val="00C2FF">
              <a:alpha val="45000"/>
            </a:srgbClr>
          </a:solidFill>
          <a:ln/>
        </p:spPr>
        <p:txBody>
          <a:bodyPr/>
          <a:lstStyle/>
          <a:p>
            <a:endParaRPr lang="en-IN"/>
          </a:p>
        </p:txBody>
      </p:sp>
      <p:sp>
        <p:nvSpPr>
          <p:cNvPr id="8" name="Shape 6">
            <a:extLst>
              <a:ext uri="{FF2B5EF4-FFF2-40B4-BE49-F238E27FC236}">
                <a16:creationId xmlns:a16="http://schemas.microsoft.com/office/drawing/2014/main" id="{C492172C-3896-1001-8EB2-BDDDE9A4A92D}"/>
              </a:ext>
            </a:extLst>
          </p:cNvPr>
          <p:cNvSpPr/>
          <p:nvPr/>
        </p:nvSpPr>
        <p:spPr>
          <a:xfrm>
            <a:off x="3840480" y="256032"/>
            <a:ext cx="32004" cy="32004"/>
          </a:xfrm>
          <a:prstGeom prst="ellipse">
            <a:avLst/>
          </a:prstGeom>
          <a:solidFill>
            <a:srgbClr val="00C2FF">
              <a:alpha val="45000"/>
            </a:srgbClr>
          </a:solidFill>
          <a:ln/>
        </p:spPr>
        <p:txBody>
          <a:bodyPr/>
          <a:lstStyle/>
          <a:p>
            <a:endParaRPr lang="en-IN"/>
          </a:p>
        </p:txBody>
      </p:sp>
      <p:sp>
        <p:nvSpPr>
          <p:cNvPr id="9" name="Shape 7">
            <a:extLst>
              <a:ext uri="{FF2B5EF4-FFF2-40B4-BE49-F238E27FC236}">
                <a16:creationId xmlns:a16="http://schemas.microsoft.com/office/drawing/2014/main" id="{32371328-957C-8C1F-FE15-8C8A998E6EB5}"/>
              </a:ext>
            </a:extLst>
          </p:cNvPr>
          <p:cNvSpPr/>
          <p:nvPr/>
        </p:nvSpPr>
        <p:spPr>
          <a:xfrm>
            <a:off x="4709160" y="256032"/>
            <a:ext cx="32004" cy="32004"/>
          </a:xfrm>
          <a:prstGeom prst="ellipse">
            <a:avLst/>
          </a:prstGeom>
          <a:solidFill>
            <a:srgbClr val="00C2FF">
              <a:alpha val="45000"/>
            </a:srgbClr>
          </a:solidFill>
          <a:ln/>
        </p:spPr>
        <p:txBody>
          <a:bodyPr/>
          <a:lstStyle/>
          <a:p>
            <a:endParaRPr lang="en-IN"/>
          </a:p>
        </p:txBody>
      </p:sp>
      <p:sp>
        <p:nvSpPr>
          <p:cNvPr id="10" name="Shape 8">
            <a:extLst>
              <a:ext uri="{FF2B5EF4-FFF2-40B4-BE49-F238E27FC236}">
                <a16:creationId xmlns:a16="http://schemas.microsoft.com/office/drawing/2014/main" id="{25EA44F7-0328-44D9-1343-46DC9215F84B}"/>
              </a:ext>
            </a:extLst>
          </p:cNvPr>
          <p:cNvSpPr/>
          <p:nvPr/>
        </p:nvSpPr>
        <p:spPr>
          <a:xfrm>
            <a:off x="5577840" y="256032"/>
            <a:ext cx="32004" cy="32004"/>
          </a:xfrm>
          <a:prstGeom prst="ellipse">
            <a:avLst/>
          </a:prstGeom>
          <a:solidFill>
            <a:srgbClr val="00C2FF">
              <a:alpha val="45000"/>
            </a:srgbClr>
          </a:solidFill>
          <a:ln/>
        </p:spPr>
        <p:txBody>
          <a:bodyPr/>
          <a:lstStyle/>
          <a:p>
            <a:endParaRPr lang="en-IN"/>
          </a:p>
        </p:txBody>
      </p:sp>
      <p:sp>
        <p:nvSpPr>
          <p:cNvPr id="11" name="Shape 9">
            <a:extLst>
              <a:ext uri="{FF2B5EF4-FFF2-40B4-BE49-F238E27FC236}">
                <a16:creationId xmlns:a16="http://schemas.microsoft.com/office/drawing/2014/main" id="{F98B69DF-6EE1-0790-C07B-2F04518A6F4B}"/>
              </a:ext>
            </a:extLst>
          </p:cNvPr>
          <p:cNvSpPr/>
          <p:nvPr/>
        </p:nvSpPr>
        <p:spPr>
          <a:xfrm>
            <a:off x="6446520" y="256032"/>
            <a:ext cx="32004" cy="32004"/>
          </a:xfrm>
          <a:prstGeom prst="ellipse">
            <a:avLst/>
          </a:prstGeom>
          <a:solidFill>
            <a:srgbClr val="00C2FF">
              <a:alpha val="45000"/>
            </a:srgbClr>
          </a:solidFill>
          <a:ln/>
        </p:spPr>
        <p:txBody>
          <a:bodyPr/>
          <a:lstStyle/>
          <a:p>
            <a:endParaRPr lang="en-IN"/>
          </a:p>
        </p:txBody>
      </p:sp>
      <p:sp>
        <p:nvSpPr>
          <p:cNvPr id="12" name="Shape 10">
            <a:extLst>
              <a:ext uri="{FF2B5EF4-FFF2-40B4-BE49-F238E27FC236}">
                <a16:creationId xmlns:a16="http://schemas.microsoft.com/office/drawing/2014/main" id="{955A18DA-023F-F471-30C0-53C024217A07}"/>
              </a:ext>
            </a:extLst>
          </p:cNvPr>
          <p:cNvSpPr/>
          <p:nvPr/>
        </p:nvSpPr>
        <p:spPr>
          <a:xfrm>
            <a:off x="7315200" y="256032"/>
            <a:ext cx="32004" cy="32004"/>
          </a:xfrm>
          <a:prstGeom prst="ellipse">
            <a:avLst/>
          </a:prstGeom>
          <a:solidFill>
            <a:srgbClr val="00C2FF">
              <a:alpha val="45000"/>
            </a:srgbClr>
          </a:solidFill>
          <a:ln/>
        </p:spPr>
        <p:txBody>
          <a:bodyPr/>
          <a:lstStyle/>
          <a:p>
            <a:endParaRPr lang="en-IN"/>
          </a:p>
        </p:txBody>
      </p:sp>
      <p:sp>
        <p:nvSpPr>
          <p:cNvPr id="13" name="Shape 11">
            <a:extLst>
              <a:ext uri="{FF2B5EF4-FFF2-40B4-BE49-F238E27FC236}">
                <a16:creationId xmlns:a16="http://schemas.microsoft.com/office/drawing/2014/main" id="{2F3EEE91-DD4F-97CA-B42E-AD807E36243B}"/>
              </a:ext>
            </a:extLst>
          </p:cNvPr>
          <p:cNvSpPr/>
          <p:nvPr/>
        </p:nvSpPr>
        <p:spPr>
          <a:xfrm>
            <a:off x="8183880" y="256032"/>
            <a:ext cx="32004" cy="32004"/>
          </a:xfrm>
          <a:prstGeom prst="ellipse">
            <a:avLst/>
          </a:prstGeom>
          <a:solidFill>
            <a:srgbClr val="00C2FF">
              <a:alpha val="45000"/>
            </a:srgbClr>
          </a:solidFill>
          <a:ln/>
        </p:spPr>
        <p:txBody>
          <a:bodyPr/>
          <a:lstStyle/>
          <a:p>
            <a:endParaRPr lang="en-IN"/>
          </a:p>
        </p:txBody>
      </p:sp>
      <p:sp>
        <p:nvSpPr>
          <p:cNvPr id="14" name="Shape 12">
            <a:extLst>
              <a:ext uri="{FF2B5EF4-FFF2-40B4-BE49-F238E27FC236}">
                <a16:creationId xmlns:a16="http://schemas.microsoft.com/office/drawing/2014/main" id="{BAA3E46C-50F8-3DB9-747C-5ABA230A3DD6}"/>
              </a:ext>
            </a:extLst>
          </p:cNvPr>
          <p:cNvSpPr/>
          <p:nvPr/>
        </p:nvSpPr>
        <p:spPr>
          <a:xfrm>
            <a:off x="9052560" y="256032"/>
            <a:ext cx="32004" cy="32004"/>
          </a:xfrm>
          <a:prstGeom prst="ellipse">
            <a:avLst/>
          </a:prstGeom>
          <a:solidFill>
            <a:srgbClr val="00C2FF">
              <a:alpha val="45000"/>
            </a:srgbClr>
          </a:solidFill>
          <a:ln/>
        </p:spPr>
        <p:txBody>
          <a:bodyPr/>
          <a:lstStyle/>
          <a:p>
            <a:endParaRPr lang="en-IN"/>
          </a:p>
        </p:txBody>
      </p:sp>
      <p:sp>
        <p:nvSpPr>
          <p:cNvPr id="15" name="Shape 13">
            <a:extLst>
              <a:ext uri="{FF2B5EF4-FFF2-40B4-BE49-F238E27FC236}">
                <a16:creationId xmlns:a16="http://schemas.microsoft.com/office/drawing/2014/main" id="{1798F029-B360-835B-4496-C55F6649831C}"/>
              </a:ext>
            </a:extLst>
          </p:cNvPr>
          <p:cNvSpPr/>
          <p:nvPr/>
        </p:nvSpPr>
        <p:spPr>
          <a:xfrm>
            <a:off x="9921240" y="256032"/>
            <a:ext cx="32004" cy="32004"/>
          </a:xfrm>
          <a:prstGeom prst="ellipse">
            <a:avLst/>
          </a:prstGeom>
          <a:solidFill>
            <a:srgbClr val="00C2FF">
              <a:alpha val="45000"/>
            </a:srgbClr>
          </a:solidFill>
          <a:ln/>
        </p:spPr>
        <p:txBody>
          <a:bodyPr/>
          <a:lstStyle/>
          <a:p>
            <a:endParaRPr lang="en-IN"/>
          </a:p>
        </p:txBody>
      </p:sp>
      <p:sp>
        <p:nvSpPr>
          <p:cNvPr id="16" name="Shape 14">
            <a:extLst>
              <a:ext uri="{FF2B5EF4-FFF2-40B4-BE49-F238E27FC236}">
                <a16:creationId xmlns:a16="http://schemas.microsoft.com/office/drawing/2014/main" id="{C5067AE4-4F8B-636E-4BDD-DF9613154363}"/>
              </a:ext>
            </a:extLst>
          </p:cNvPr>
          <p:cNvSpPr/>
          <p:nvPr/>
        </p:nvSpPr>
        <p:spPr>
          <a:xfrm>
            <a:off x="10789920" y="256032"/>
            <a:ext cx="32004" cy="32004"/>
          </a:xfrm>
          <a:prstGeom prst="ellipse">
            <a:avLst/>
          </a:prstGeom>
          <a:solidFill>
            <a:srgbClr val="00C2FF">
              <a:alpha val="45000"/>
            </a:srgbClr>
          </a:solidFill>
          <a:ln/>
        </p:spPr>
        <p:txBody>
          <a:bodyPr/>
          <a:lstStyle/>
          <a:p>
            <a:endParaRPr lang="en-IN"/>
          </a:p>
        </p:txBody>
      </p:sp>
      <p:sp>
        <p:nvSpPr>
          <p:cNvPr id="17" name="Shape 15">
            <a:extLst>
              <a:ext uri="{FF2B5EF4-FFF2-40B4-BE49-F238E27FC236}">
                <a16:creationId xmlns:a16="http://schemas.microsoft.com/office/drawing/2014/main" id="{1E2006AD-A1C7-2086-8F3B-13511F1627BB}"/>
              </a:ext>
            </a:extLst>
          </p:cNvPr>
          <p:cNvSpPr/>
          <p:nvPr/>
        </p:nvSpPr>
        <p:spPr>
          <a:xfrm>
            <a:off x="11658600" y="256032"/>
            <a:ext cx="32004" cy="32004"/>
          </a:xfrm>
          <a:prstGeom prst="ellipse">
            <a:avLst/>
          </a:prstGeom>
          <a:solidFill>
            <a:srgbClr val="00C2FF">
              <a:alpha val="45000"/>
            </a:srgbClr>
          </a:solidFill>
          <a:ln/>
        </p:spPr>
        <p:txBody>
          <a:bodyPr/>
          <a:lstStyle/>
          <a:p>
            <a:endParaRPr lang="en-IN"/>
          </a:p>
        </p:txBody>
      </p:sp>
      <p:sp>
        <p:nvSpPr>
          <p:cNvPr id="18" name="Shape 16">
            <a:extLst>
              <a:ext uri="{FF2B5EF4-FFF2-40B4-BE49-F238E27FC236}">
                <a16:creationId xmlns:a16="http://schemas.microsoft.com/office/drawing/2014/main" id="{C9D9F5DC-6D09-9077-72B2-813BA0422BE6}"/>
              </a:ext>
            </a:extLst>
          </p:cNvPr>
          <p:cNvSpPr/>
          <p:nvPr/>
        </p:nvSpPr>
        <p:spPr>
          <a:xfrm>
            <a:off x="365760" y="6601968"/>
            <a:ext cx="32004" cy="32004"/>
          </a:xfrm>
          <a:prstGeom prst="ellipse">
            <a:avLst/>
          </a:prstGeom>
          <a:solidFill>
            <a:srgbClr val="00C2FF">
              <a:alpha val="45000"/>
            </a:srgbClr>
          </a:solidFill>
          <a:ln/>
        </p:spPr>
        <p:txBody>
          <a:bodyPr/>
          <a:lstStyle/>
          <a:p>
            <a:endParaRPr lang="en-IN"/>
          </a:p>
        </p:txBody>
      </p:sp>
      <p:sp>
        <p:nvSpPr>
          <p:cNvPr id="19" name="Shape 17">
            <a:extLst>
              <a:ext uri="{FF2B5EF4-FFF2-40B4-BE49-F238E27FC236}">
                <a16:creationId xmlns:a16="http://schemas.microsoft.com/office/drawing/2014/main" id="{C03717EE-04C6-058A-A370-53E4CAAF831E}"/>
              </a:ext>
            </a:extLst>
          </p:cNvPr>
          <p:cNvSpPr/>
          <p:nvPr/>
        </p:nvSpPr>
        <p:spPr>
          <a:xfrm>
            <a:off x="1234440" y="6601968"/>
            <a:ext cx="32004" cy="32004"/>
          </a:xfrm>
          <a:prstGeom prst="ellipse">
            <a:avLst/>
          </a:prstGeom>
          <a:solidFill>
            <a:srgbClr val="00C2FF">
              <a:alpha val="45000"/>
            </a:srgbClr>
          </a:solidFill>
          <a:ln/>
        </p:spPr>
        <p:txBody>
          <a:bodyPr/>
          <a:lstStyle/>
          <a:p>
            <a:endParaRPr lang="en-IN"/>
          </a:p>
        </p:txBody>
      </p:sp>
      <p:sp>
        <p:nvSpPr>
          <p:cNvPr id="20" name="Shape 18">
            <a:extLst>
              <a:ext uri="{FF2B5EF4-FFF2-40B4-BE49-F238E27FC236}">
                <a16:creationId xmlns:a16="http://schemas.microsoft.com/office/drawing/2014/main" id="{C48EFAB6-6E5B-68C8-95B6-AABFBC259036}"/>
              </a:ext>
            </a:extLst>
          </p:cNvPr>
          <p:cNvSpPr/>
          <p:nvPr/>
        </p:nvSpPr>
        <p:spPr>
          <a:xfrm>
            <a:off x="2103120" y="6601968"/>
            <a:ext cx="32004" cy="32004"/>
          </a:xfrm>
          <a:prstGeom prst="ellipse">
            <a:avLst/>
          </a:prstGeom>
          <a:solidFill>
            <a:srgbClr val="00C2FF">
              <a:alpha val="45000"/>
            </a:srgbClr>
          </a:solidFill>
          <a:ln/>
        </p:spPr>
        <p:txBody>
          <a:bodyPr/>
          <a:lstStyle/>
          <a:p>
            <a:endParaRPr lang="en-IN"/>
          </a:p>
        </p:txBody>
      </p:sp>
      <p:sp>
        <p:nvSpPr>
          <p:cNvPr id="21" name="Shape 19">
            <a:extLst>
              <a:ext uri="{FF2B5EF4-FFF2-40B4-BE49-F238E27FC236}">
                <a16:creationId xmlns:a16="http://schemas.microsoft.com/office/drawing/2014/main" id="{F8C18A58-7F6D-F526-1BD4-5AB42253750E}"/>
              </a:ext>
            </a:extLst>
          </p:cNvPr>
          <p:cNvSpPr/>
          <p:nvPr/>
        </p:nvSpPr>
        <p:spPr>
          <a:xfrm>
            <a:off x="2971800" y="6601968"/>
            <a:ext cx="32004" cy="32004"/>
          </a:xfrm>
          <a:prstGeom prst="ellipse">
            <a:avLst/>
          </a:prstGeom>
          <a:solidFill>
            <a:srgbClr val="00C2FF">
              <a:alpha val="45000"/>
            </a:srgbClr>
          </a:solidFill>
          <a:ln/>
        </p:spPr>
        <p:txBody>
          <a:bodyPr/>
          <a:lstStyle/>
          <a:p>
            <a:endParaRPr lang="en-IN"/>
          </a:p>
        </p:txBody>
      </p:sp>
      <p:sp>
        <p:nvSpPr>
          <p:cNvPr id="22" name="Shape 20">
            <a:extLst>
              <a:ext uri="{FF2B5EF4-FFF2-40B4-BE49-F238E27FC236}">
                <a16:creationId xmlns:a16="http://schemas.microsoft.com/office/drawing/2014/main" id="{8A168A42-86A0-DEA7-E65C-540E699FEBD2}"/>
              </a:ext>
            </a:extLst>
          </p:cNvPr>
          <p:cNvSpPr/>
          <p:nvPr/>
        </p:nvSpPr>
        <p:spPr>
          <a:xfrm>
            <a:off x="3840480" y="6601968"/>
            <a:ext cx="32004" cy="32004"/>
          </a:xfrm>
          <a:prstGeom prst="ellipse">
            <a:avLst/>
          </a:prstGeom>
          <a:solidFill>
            <a:srgbClr val="00C2FF">
              <a:alpha val="45000"/>
            </a:srgbClr>
          </a:solidFill>
          <a:ln/>
        </p:spPr>
        <p:txBody>
          <a:bodyPr/>
          <a:lstStyle/>
          <a:p>
            <a:endParaRPr lang="en-IN"/>
          </a:p>
        </p:txBody>
      </p:sp>
      <p:sp>
        <p:nvSpPr>
          <p:cNvPr id="23" name="Shape 21">
            <a:extLst>
              <a:ext uri="{FF2B5EF4-FFF2-40B4-BE49-F238E27FC236}">
                <a16:creationId xmlns:a16="http://schemas.microsoft.com/office/drawing/2014/main" id="{E595C687-96FF-674E-B2AD-4F07CA8377C9}"/>
              </a:ext>
            </a:extLst>
          </p:cNvPr>
          <p:cNvSpPr/>
          <p:nvPr/>
        </p:nvSpPr>
        <p:spPr>
          <a:xfrm>
            <a:off x="4709160" y="6601968"/>
            <a:ext cx="32004" cy="32004"/>
          </a:xfrm>
          <a:prstGeom prst="ellipse">
            <a:avLst/>
          </a:prstGeom>
          <a:solidFill>
            <a:srgbClr val="00C2FF">
              <a:alpha val="45000"/>
            </a:srgbClr>
          </a:solidFill>
          <a:ln/>
        </p:spPr>
        <p:txBody>
          <a:bodyPr/>
          <a:lstStyle/>
          <a:p>
            <a:endParaRPr lang="en-IN"/>
          </a:p>
        </p:txBody>
      </p:sp>
      <p:sp>
        <p:nvSpPr>
          <p:cNvPr id="24" name="Shape 22">
            <a:extLst>
              <a:ext uri="{FF2B5EF4-FFF2-40B4-BE49-F238E27FC236}">
                <a16:creationId xmlns:a16="http://schemas.microsoft.com/office/drawing/2014/main" id="{1B23F7F8-6C11-2591-611D-73A67E296863}"/>
              </a:ext>
            </a:extLst>
          </p:cNvPr>
          <p:cNvSpPr/>
          <p:nvPr/>
        </p:nvSpPr>
        <p:spPr>
          <a:xfrm>
            <a:off x="5577840" y="6601968"/>
            <a:ext cx="32004" cy="32004"/>
          </a:xfrm>
          <a:prstGeom prst="ellipse">
            <a:avLst/>
          </a:prstGeom>
          <a:solidFill>
            <a:srgbClr val="00C2FF">
              <a:alpha val="45000"/>
            </a:srgbClr>
          </a:solidFill>
          <a:ln/>
        </p:spPr>
        <p:txBody>
          <a:bodyPr/>
          <a:lstStyle/>
          <a:p>
            <a:endParaRPr lang="en-IN"/>
          </a:p>
        </p:txBody>
      </p:sp>
      <p:sp>
        <p:nvSpPr>
          <p:cNvPr id="25" name="Shape 23">
            <a:extLst>
              <a:ext uri="{FF2B5EF4-FFF2-40B4-BE49-F238E27FC236}">
                <a16:creationId xmlns:a16="http://schemas.microsoft.com/office/drawing/2014/main" id="{4E281E84-2A17-2330-387E-A7898EF3A7C9}"/>
              </a:ext>
            </a:extLst>
          </p:cNvPr>
          <p:cNvSpPr/>
          <p:nvPr/>
        </p:nvSpPr>
        <p:spPr>
          <a:xfrm>
            <a:off x="6446520" y="6601968"/>
            <a:ext cx="32004" cy="32004"/>
          </a:xfrm>
          <a:prstGeom prst="ellipse">
            <a:avLst/>
          </a:prstGeom>
          <a:solidFill>
            <a:srgbClr val="00C2FF">
              <a:alpha val="45000"/>
            </a:srgbClr>
          </a:solidFill>
          <a:ln/>
        </p:spPr>
        <p:txBody>
          <a:bodyPr/>
          <a:lstStyle/>
          <a:p>
            <a:endParaRPr lang="en-IN"/>
          </a:p>
        </p:txBody>
      </p:sp>
      <p:sp>
        <p:nvSpPr>
          <p:cNvPr id="26" name="Shape 24">
            <a:extLst>
              <a:ext uri="{FF2B5EF4-FFF2-40B4-BE49-F238E27FC236}">
                <a16:creationId xmlns:a16="http://schemas.microsoft.com/office/drawing/2014/main" id="{FF02E8A0-C454-1A84-45FC-5817EDEFD3D5}"/>
              </a:ext>
            </a:extLst>
          </p:cNvPr>
          <p:cNvSpPr/>
          <p:nvPr/>
        </p:nvSpPr>
        <p:spPr>
          <a:xfrm>
            <a:off x="7315200" y="6601968"/>
            <a:ext cx="32004" cy="32004"/>
          </a:xfrm>
          <a:prstGeom prst="ellipse">
            <a:avLst/>
          </a:prstGeom>
          <a:solidFill>
            <a:srgbClr val="00C2FF">
              <a:alpha val="45000"/>
            </a:srgbClr>
          </a:solidFill>
          <a:ln/>
        </p:spPr>
        <p:txBody>
          <a:bodyPr/>
          <a:lstStyle/>
          <a:p>
            <a:endParaRPr lang="en-IN"/>
          </a:p>
        </p:txBody>
      </p:sp>
      <p:sp>
        <p:nvSpPr>
          <p:cNvPr id="27" name="Shape 25">
            <a:extLst>
              <a:ext uri="{FF2B5EF4-FFF2-40B4-BE49-F238E27FC236}">
                <a16:creationId xmlns:a16="http://schemas.microsoft.com/office/drawing/2014/main" id="{05A14F9A-4F8D-7B71-2D02-50DEE15F59B6}"/>
              </a:ext>
            </a:extLst>
          </p:cNvPr>
          <p:cNvSpPr/>
          <p:nvPr/>
        </p:nvSpPr>
        <p:spPr>
          <a:xfrm>
            <a:off x="8183880" y="6601968"/>
            <a:ext cx="32004" cy="32004"/>
          </a:xfrm>
          <a:prstGeom prst="ellipse">
            <a:avLst/>
          </a:prstGeom>
          <a:solidFill>
            <a:srgbClr val="00C2FF">
              <a:alpha val="45000"/>
            </a:srgbClr>
          </a:solidFill>
          <a:ln/>
        </p:spPr>
        <p:txBody>
          <a:bodyPr/>
          <a:lstStyle/>
          <a:p>
            <a:endParaRPr lang="en-IN"/>
          </a:p>
        </p:txBody>
      </p:sp>
      <p:sp>
        <p:nvSpPr>
          <p:cNvPr id="28" name="Shape 26">
            <a:extLst>
              <a:ext uri="{FF2B5EF4-FFF2-40B4-BE49-F238E27FC236}">
                <a16:creationId xmlns:a16="http://schemas.microsoft.com/office/drawing/2014/main" id="{EB61E177-3FB8-DA65-DAD8-9C5C0A08F3BF}"/>
              </a:ext>
            </a:extLst>
          </p:cNvPr>
          <p:cNvSpPr/>
          <p:nvPr/>
        </p:nvSpPr>
        <p:spPr>
          <a:xfrm>
            <a:off x="9052560" y="6601968"/>
            <a:ext cx="32004" cy="32004"/>
          </a:xfrm>
          <a:prstGeom prst="ellipse">
            <a:avLst/>
          </a:prstGeom>
          <a:solidFill>
            <a:srgbClr val="00C2FF">
              <a:alpha val="45000"/>
            </a:srgbClr>
          </a:solidFill>
          <a:ln/>
        </p:spPr>
        <p:txBody>
          <a:bodyPr/>
          <a:lstStyle/>
          <a:p>
            <a:endParaRPr lang="en-IN"/>
          </a:p>
        </p:txBody>
      </p:sp>
      <p:sp>
        <p:nvSpPr>
          <p:cNvPr id="29" name="Shape 27">
            <a:extLst>
              <a:ext uri="{FF2B5EF4-FFF2-40B4-BE49-F238E27FC236}">
                <a16:creationId xmlns:a16="http://schemas.microsoft.com/office/drawing/2014/main" id="{8F57B8FF-82EB-5119-652A-191BFEE7EA5B}"/>
              </a:ext>
            </a:extLst>
          </p:cNvPr>
          <p:cNvSpPr/>
          <p:nvPr/>
        </p:nvSpPr>
        <p:spPr>
          <a:xfrm>
            <a:off x="9921240" y="6601968"/>
            <a:ext cx="32004" cy="32004"/>
          </a:xfrm>
          <a:prstGeom prst="ellipse">
            <a:avLst/>
          </a:prstGeom>
          <a:solidFill>
            <a:srgbClr val="00C2FF">
              <a:alpha val="45000"/>
            </a:srgbClr>
          </a:solidFill>
          <a:ln/>
        </p:spPr>
        <p:txBody>
          <a:bodyPr/>
          <a:lstStyle/>
          <a:p>
            <a:endParaRPr lang="en-IN"/>
          </a:p>
        </p:txBody>
      </p:sp>
      <p:sp>
        <p:nvSpPr>
          <p:cNvPr id="30" name="Shape 28">
            <a:extLst>
              <a:ext uri="{FF2B5EF4-FFF2-40B4-BE49-F238E27FC236}">
                <a16:creationId xmlns:a16="http://schemas.microsoft.com/office/drawing/2014/main" id="{E466446E-3B8B-523A-9274-D7770ADF02B8}"/>
              </a:ext>
            </a:extLst>
          </p:cNvPr>
          <p:cNvSpPr/>
          <p:nvPr/>
        </p:nvSpPr>
        <p:spPr>
          <a:xfrm>
            <a:off x="10789920" y="6601968"/>
            <a:ext cx="32004" cy="32004"/>
          </a:xfrm>
          <a:prstGeom prst="ellipse">
            <a:avLst/>
          </a:prstGeom>
          <a:solidFill>
            <a:srgbClr val="00C2FF">
              <a:alpha val="45000"/>
            </a:srgbClr>
          </a:solidFill>
          <a:ln/>
        </p:spPr>
        <p:txBody>
          <a:bodyPr/>
          <a:lstStyle/>
          <a:p>
            <a:endParaRPr lang="en-IN"/>
          </a:p>
        </p:txBody>
      </p:sp>
      <p:sp>
        <p:nvSpPr>
          <p:cNvPr id="31" name="Shape 29">
            <a:extLst>
              <a:ext uri="{FF2B5EF4-FFF2-40B4-BE49-F238E27FC236}">
                <a16:creationId xmlns:a16="http://schemas.microsoft.com/office/drawing/2014/main" id="{D62D99C6-486C-C7AC-A477-6E24AA0BA19C}"/>
              </a:ext>
            </a:extLst>
          </p:cNvPr>
          <p:cNvSpPr/>
          <p:nvPr/>
        </p:nvSpPr>
        <p:spPr>
          <a:xfrm>
            <a:off x="11658600" y="6601968"/>
            <a:ext cx="32004" cy="32004"/>
          </a:xfrm>
          <a:prstGeom prst="ellipse">
            <a:avLst/>
          </a:prstGeom>
          <a:solidFill>
            <a:srgbClr val="00C2FF">
              <a:alpha val="45000"/>
            </a:srgbClr>
          </a:solidFill>
          <a:ln/>
        </p:spPr>
        <p:txBody>
          <a:bodyPr/>
          <a:lstStyle/>
          <a:p>
            <a:endParaRPr lang="en-IN"/>
          </a:p>
        </p:txBody>
      </p:sp>
      <p:sp>
        <p:nvSpPr>
          <p:cNvPr id="32" name="Text 30">
            <a:extLst>
              <a:ext uri="{FF2B5EF4-FFF2-40B4-BE49-F238E27FC236}">
                <a16:creationId xmlns:a16="http://schemas.microsoft.com/office/drawing/2014/main" id="{FEC671A7-8A14-2977-3EE4-CFB95F6D9A9C}"/>
              </a:ext>
            </a:extLst>
          </p:cNvPr>
          <p:cNvSpPr/>
          <p:nvPr/>
        </p:nvSpPr>
        <p:spPr>
          <a:xfrm>
            <a:off x="548640" y="384048"/>
            <a:ext cx="7315200" cy="274320"/>
          </a:xfrm>
          <a:prstGeom prst="rect">
            <a:avLst/>
          </a:prstGeom>
          <a:noFill/>
          <a:ln/>
        </p:spPr>
        <p:txBody>
          <a:bodyPr wrap="square" rtlCol="0" anchor="ctr"/>
          <a:lstStyle/>
          <a:p>
            <a:pPr marL="0" indent="0">
              <a:buNone/>
            </a:pPr>
            <a:endParaRPr lang="en-US" sz="1100" dirty="0"/>
          </a:p>
        </p:txBody>
      </p:sp>
      <p:sp>
        <p:nvSpPr>
          <p:cNvPr id="33" name="Text 31">
            <a:extLst>
              <a:ext uri="{FF2B5EF4-FFF2-40B4-BE49-F238E27FC236}">
                <a16:creationId xmlns:a16="http://schemas.microsoft.com/office/drawing/2014/main" id="{5295E684-6163-1905-752E-31F8FEBD2986}"/>
              </a:ext>
            </a:extLst>
          </p:cNvPr>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FFFFFF"/>
                </a:solidFill>
                <a:latin typeface="Montserrat" pitchFamily="34" charset="0"/>
                <a:ea typeface="Montserrat" pitchFamily="34" charset="-122"/>
                <a:cs typeface="Montserrat" pitchFamily="34" charset="-120"/>
              </a:rPr>
              <a:t>Prototype</a:t>
            </a:r>
            <a:endParaRPr lang="en-US" sz="3000" dirty="0"/>
          </a:p>
        </p:txBody>
      </p:sp>
      <p:sp>
        <p:nvSpPr>
          <p:cNvPr id="35" name="Text 32">
            <a:extLst>
              <a:ext uri="{FF2B5EF4-FFF2-40B4-BE49-F238E27FC236}">
                <a16:creationId xmlns:a16="http://schemas.microsoft.com/office/drawing/2014/main" id="{61FE7F9C-8E68-3052-897A-533733DA179E}"/>
              </a:ext>
            </a:extLst>
          </p:cNvPr>
          <p:cNvSpPr/>
          <p:nvPr/>
        </p:nvSpPr>
        <p:spPr>
          <a:xfrm>
            <a:off x="548640" y="6528816"/>
            <a:ext cx="5486400" cy="256032"/>
          </a:xfrm>
          <a:prstGeom prst="rect">
            <a:avLst/>
          </a:prstGeom>
          <a:noFill/>
          <a:ln/>
        </p:spPr>
        <p:txBody>
          <a:bodyPr wrap="square" rtlCol="0" anchor="ctr"/>
          <a:lstStyle/>
          <a:p>
            <a:pPr marL="0" indent="0">
              <a:buNone/>
            </a:pPr>
            <a:r>
              <a:rPr lang="en-US" sz="850" kern="0" spc="120" dirty="0">
                <a:solidFill>
                  <a:srgbClr val="8A94B0"/>
                </a:solidFill>
                <a:latin typeface="Poppins" pitchFamily="34" charset="0"/>
                <a:ea typeface="Poppins" pitchFamily="34" charset="-122"/>
                <a:cs typeface="Poppins" pitchFamily="34" charset="-120"/>
              </a:rPr>
              <a:t>FINSPARK'26  ·  BANK OF MAHARASHTRA</a:t>
            </a:r>
            <a:endParaRPr lang="en-US" sz="850" dirty="0"/>
          </a:p>
        </p:txBody>
      </p:sp>
      <p:sp>
        <p:nvSpPr>
          <p:cNvPr id="36" name="Text 33">
            <a:extLst>
              <a:ext uri="{FF2B5EF4-FFF2-40B4-BE49-F238E27FC236}">
                <a16:creationId xmlns:a16="http://schemas.microsoft.com/office/drawing/2014/main" id="{1309C22F-AC18-62CD-4EF3-C6A56F59233F}"/>
              </a:ext>
            </a:extLst>
          </p:cNvPr>
          <p:cNvSpPr/>
          <p:nvPr/>
        </p:nvSpPr>
        <p:spPr>
          <a:xfrm>
            <a:off x="11338560" y="6528816"/>
            <a:ext cx="365760" cy="256032"/>
          </a:xfrm>
          <a:prstGeom prst="rect">
            <a:avLst/>
          </a:prstGeom>
          <a:noFill/>
          <a:ln/>
        </p:spPr>
        <p:txBody>
          <a:bodyPr wrap="square" rtlCol="0" anchor="ctr"/>
          <a:lstStyle/>
          <a:p>
            <a:pPr marL="0" indent="0" algn="r">
              <a:buNone/>
            </a:pPr>
            <a:r>
              <a:rPr lang="en-US" sz="900" dirty="0">
                <a:solidFill>
                  <a:srgbClr val="8A94B0"/>
                </a:solidFill>
                <a:latin typeface="IBM Plex Sans" pitchFamily="34" charset="0"/>
                <a:ea typeface="IBM Plex Sans" pitchFamily="34" charset="-122"/>
                <a:cs typeface="IBM Plex Sans" pitchFamily="34" charset="-120"/>
              </a:rPr>
              <a:t>08</a:t>
            </a:r>
            <a:endParaRPr lang="en-US" sz="900" dirty="0"/>
          </a:p>
        </p:txBody>
      </p:sp>
      <p:pic>
        <p:nvPicPr>
          <p:cNvPr id="38" name="Picture 37">
            <a:extLst>
              <a:ext uri="{FF2B5EF4-FFF2-40B4-BE49-F238E27FC236}">
                <a16:creationId xmlns:a16="http://schemas.microsoft.com/office/drawing/2014/main" id="{37FFD474-C0F1-D4AC-8B44-0EC33DC71CE6}"/>
              </a:ext>
            </a:extLst>
          </p:cNvPr>
          <p:cNvPicPr>
            <a:picLocks noChangeAspect="1"/>
          </p:cNvPicPr>
          <p:nvPr/>
        </p:nvPicPr>
        <p:blipFill>
          <a:blip r:embed="rId3"/>
          <a:stretch>
            <a:fillRect/>
          </a:stretch>
        </p:blipFill>
        <p:spPr>
          <a:xfrm>
            <a:off x="2102202" y="1668780"/>
            <a:ext cx="7942482" cy="4219956"/>
          </a:xfrm>
          <a:prstGeom prst="rect">
            <a:avLst/>
          </a:prstGeom>
        </p:spPr>
      </p:pic>
    </p:spTree>
    <p:extLst>
      <p:ext uri="{BB962C8B-B14F-4D97-AF65-F5344CB8AC3E}">
        <p14:creationId xmlns:p14="http://schemas.microsoft.com/office/powerpoint/2010/main" val="1323859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B132B"/>
        </a:solidFill>
        <a:effectLst/>
      </p:bgPr>
    </p:bg>
    <p:spTree>
      <p:nvGrpSpPr>
        <p:cNvPr id="1" name="">
          <a:extLst>
            <a:ext uri="{FF2B5EF4-FFF2-40B4-BE49-F238E27FC236}">
              <a16:creationId xmlns:a16="http://schemas.microsoft.com/office/drawing/2014/main" id="{CE0AB07B-7DBD-8245-E3B9-16971CB240DF}"/>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769E425-DDF3-C1E0-FEB2-03A34FD70D60}"/>
              </a:ext>
            </a:extLst>
          </p:cNvPr>
          <p:cNvSpPr/>
          <p:nvPr/>
        </p:nvSpPr>
        <p:spPr>
          <a:xfrm>
            <a:off x="9692640" y="-2103120"/>
            <a:ext cx="5029200" cy="5029200"/>
          </a:xfrm>
          <a:prstGeom prst="ellipse">
            <a:avLst/>
          </a:prstGeom>
          <a:solidFill>
            <a:srgbClr val="00C2FF">
              <a:alpha val="8000"/>
            </a:srgbClr>
          </a:solidFill>
          <a:ln/>
        </p:spPr>
        <p:txBody>
          <a:bodyPr/>
          <a:lstStyle/>
          <a:p>
            <a:endParaRPr lang="en-IN"/>
          </a:p>
        </p:txBody>
      </p:sp>
      <p:sp>
        <p:nvSpPr>
          <p:cNvPr id="3" name="Shape 1">
            <a:extLst>
              <a:ext uri="{FF2B5EF4-FFF2-40B4-BE49-F238E27FC236}">
                <a16:creationId xmlns:a16="http://schemas.microsoft.com/office/drawing/2014/main" id="{56AEA07C-129B-B99F-8E4A-EC7F007AED84}"/>
              </a:ext>
            </a:extLst>
          </p:cNvPr>
          <p:cNvSpPr/>
          <p:nvPr/>
        </p:nvSpPr>
        <p:spPr>
          <a:xfrm>
            <a:off x="-2011680" y="4572000"/>
            <a:ext cx="4754880" cy="4754880"/>
          </a:xfrm>
          <a:prstGeom prst="ellipse">
            <a:avLst/>
          </a:prstGeom>
          <a:solidFill>
            <a:srgbClr val="00C2FF">
              <a:alpha val="6000"/>
            </a:srgbClr>
          </a:solidFill>
          <a:ln/>
        </p:spPr>
        <p:txBody>
          <a:bodyPr/>
          <a:lstStyle/>
          <a:p>
            <a:endParaRPr lang="en-IN" dirty="0"/>
          </a:p>
        </p:txBody>
      </p:sp>
      <p:sp>
        <p:nvSpPr>
          <p:cNvPr id="4" name="Shape 2">
            <a:extLst>
              <a:ext uri="{FF2B5EF4-FFF2-40B4-BE49-F238E27FC236}">
                <a16:creationId xmlns:a16="http://schemas.microsoft.com/office/drawing/2014/main" id="{BDBBEEF7-AD5E-82C9-60DB-9D7543936AA4}"/>
              </a:ext>
            </a:extLst>
          </p:cNvPr>
          <p:cNvSpPr/>
          <p:nvPr/>
        </p:nvSpPr>
        <p:spPr>
          <a:xfrm>
            <a:off x="365760" y="256032"/>
            <a:ext cx="32004" cy="32004"/>
          </a:xfrm>
          <a:prstGeom prst="ellipse">
            <a:avLst/>
          </a:prstGeom>
          <a:solidFill>
            <a:srgbClr val="00C2FF">
              <a:alpha val="45000"/>
            </a:srgbClr>
          </a:solidFill>
          <a:ln/>
        </p:spPr>
        <p:txBody>
          <a:bodyPr/>
          <a:lstStyle/>
          <a:p>
            <a:endParaRPr lang="en-IN"/>
          </a:p>
        </p:txBody>
      </p:sp>
      <p:sp>
        <p:nvSpPr>
          <p:cNvPr id="5" name="Shape 3">
            <a:extLst>
              <a:ext uri="{FF2B5EF4-FFF2-40B4-BE49-F238E27FC236}">
                <a16:creationId xmlns:a16="http://schemas.microsoft.com/office/drawing/2014/main" id="{91A1BFA7-FFA3-6D05-C5E1-108D4363175E}"/>
              </a:ext>
            </a:extLst>
          </p:cNvPr>
          <p:cNvSpPr/>
          <p:nvPr/>
        </p:nvSpPr>
        <p:spPr>
          <a:xfrm>
            <a:off x="1234440" y="256032"/>
            <a:ext cx="32004" cy="32004"/>
          </a:xfrm>
          <a:prstGeom prst="ellipse">
            <a:avLst/>
          </a:prstGeom>
          <a:solidFill>
            <a:srgbClr val="00C2FF">
              <a:alpha val="45000"/>
            </a:srgbClr>
          </a:solidFill>
          <a:ln/>
        </p:spPr>
        <p:txBody>
          <a:bodyPr/>
          <a:lstStyle/>
          <a:p>
            <a:endParaRPr lang="en-IN"/>
          </a:p>
        </p:txBody>
      </p:sp>
      <p:sp>
        <p:nvSpPr>
          <p:cNvPr id="6" name="Shape 4">
            <a:extLst>
              <a:ext uri="{FF2B5EF4-FFF2-40B4-BE49-F238E27FC236}">
                <a16:creationId xmlns:a16="http://schemas.microsoft.com/office/drawing/2014/main" id="{2655542C-7A40-6D90-8496-4F2CC5AF0BD5}"/>
              </a:ext>
            </a:extLst>
          </p:cNvPr>
          <p:cNvSpPr/>
          <p:nvPr/>
        </p:nvSpPr>
        <p:spPr>
          <a:xfrm>
            <a:off x="2103120" y="256032"/>
            <a:ext cx="32004" cy="32004"/>
          </a:xfrm>
          <a:prstGeom prst="ellipse">
            <a:avLst/>
          </a:prstGeom>
          <a:solidFill>
            <a:srgbClr val="00C2FF">
              <a:alpha val="45000"/>
            </a:srgbClr>
          </a:solidFill>
          <a:ln/>
        </p:spPr>
        <p:txBody>
          <a:bodyPr/>
          <a:lstStyle/>
          <a:p>
            <a:endParaRPr lang="en-IN"/>
          </a:p>
        </p:txBody>
      </p:sp>
      <p:sp>
        <p:nvSpPr>
          <p:cNvPr id="7" name="Shape 5">
            <a:extLst>
              <a:ext uri="{FF2B5EF4-FFF2-40B4-BE49-F238E27FC236}">
                <a16:creationId xmlns:a16="http://schemas.microsoft.com/office/drawing/2014/main" id="{CC19B722-512E-9068-CFC4-9288238F608C}"/>
              </a:ext>
            </a:extLst>
          </p:cNvPr>
          <p:cNvSpPr/>
          <p:nvPr/>
        </p:nvSpPr>
        <p:spPr>
          <a:xfrm>
            <a:off x="2971800" y="256032"/>
            <a:ext cx="32004" cy="32004"/>
          </a:xfrm>
          <a:prstGeom prst="ellipse">
            <a:avLst/>
          </a:prstGeom>
          <a:solidFill>
            <a:srgbClr val="00C2FF">
              <a:alpha val="45000"/>
            </a:srgbClr>
          </a:solidFill>
          <a:ln/>
        </p:spPr>
        <p:txBody>
          <a:bodyPr/>
          <a:lstStyle/>
          <a:p>
            <a:endParaRPr lang="en-IN"/>
          </a:p>
        </p:txBody>
      </p:sp>
      <p:sp>
        <p:nvSpPr>
          <p:cNvPr id="8" name="Shape 6">
            <a:extLst>
              <a:ext uri="{FF2B5EF4-FFF2-40B4-BE49-F238E27FC236}">
                <a16:creationId xmlns:a16="http://schemas.microsoft.com/office/drawing/2014/main" id="{A2E641D9-1EF1-A3FD-17FE-F39E97CD4DAB}"/>
              </a:ext>
            </a:extLst>
          </p:cNvPr>
          <p:cNvSpPr/>
          <p:nvPr/>
        </p:nvSpPr>
        <p:spPr>
          <a:xfrm>
            <a:off x="3840480" y="256032"/>
            <a:ext cx="32004" cy="32004"/>
          </a:xfrm>
          <a:prstGeom prst="ellipse">
            <a:avLst/>
          </a:prstGeom>
          <a:solidFill>
            <a:srgbClr val="00C2FF">
              <a:alpha val="45000"/>
            </a:srgbClr>
          </a:solidFill>
          <a:ln/>
        </p:spPr>
        <p:txBody>
          <a:bodyPr/>
          <a:lstStyle/>
          <a:p>
            <a:endParaRPr lang="en-IN"/>
          </a:p>
        </p:txBody>
      </p:sp>
      <p:sp>
        <p:nvSpPr>
          <p:cNvPr id="9" name="Shape 7">
            <a:extLst>
              <a:ext uri="{FF2B5EF4-FFF2-40B4-BE49-F238E27FC236}">
                <a16:creationId xmlns:a16="http://schemas.microsoft.com/office/drawing/2014/main" id="{566E3E1D-1B5A-8512-DA72-79C7202B7060}"/>
              </a:ext>
            </a:extLst>
          </p:cNvPr>
          <p:cNvSpPr/>
          <p:nvPr/>
        </p:nvSpPr>
        <p:spPr>
          <a:xfrm>
            <a:off x="4709160" y="256032"/>
            <a:ext cx="32004" cy="32004"/>
          </a:xfrm>
          <a:prstGeom prst="ellipse">
            <a:avLst/>
          </a:prstGeom>
          <a:solidFill>
            <a:srgbClr val="00C2FF">
              <a:alpha val="45000"/>
            </a:srgbClr>
          </a:solidFill>
          <a:ln/>
        </p:spPr>
        <p:txBody>
          <a:bodyPr/>
          <a:lstStyle/>
          <a:p>
            <a:endParaRPr lang="en-IN"/>
          </a:p>
        </p:txBody>
      </p:sp>
      <p:sp>
        <p:nvSpPr>
          <p:cNvPr id="10" name="Shape 8">
            <a:extLst>
              <a:ext uri="{FF2B5EF4-FFF2-40B4-BE49-F238E27FC236}">
                <a16:creationId xmlns:a16="http://schemas.microsoft.com/office/drawing/2014/main" id="{6C8B5CA2-14BA-8E18-E2EE-282907E8FDD2}"/>
              </a:ext>
            </a:extLst>
          </p:cNvPr>
          <p:cNvSpPr/>
          <p:nvPr/>
        </p:nvSpPr>
        <p:spPr>
          <a:xfrm>
            <a:off x="5577840" y="256032"/>
            <a:ext cx="32004" cy="32004"/>
          </a:xfrm>
          <a:prstGeom prst="ellipse">
            <a:avLst/>
          </a:prstGeom>
          <a:solidFill>
            <a:srgbClr val="00C2FF">
              <a:alpha val="45000"/>
            </a:srgbClr>
          </a:solidFill>
          <a:ln/>
        </p:spPr>
        <p:txBody>
          <a:bodyPr/>
          <a:lstStyle/>
          <a:p>
            <a:endParaRPr lang="en-IN"/>
          </a:p>
        </p:txBody>
      </p:sp>
      <p:sp>
        <p:nvSpPr>
          <p:cNvPr id="11" name="Shape 9">
            <a:extLst>
              <a:ext uri="{FF2B5EF4-FFF2-40B4-BE49-F238E27FC236}">
                <a16:creationId xmlns:a16="http://schemas.microsoft.com/office/drawing/2014/main" id="{895C857B-CA7F-5773-9718-74CA1F85CCE5}"/>
              </a:ext>
            </a:extLst>
          </p:cNvPr>
          <p:cNvSpPr/>
          <p:nvPr/>
        </p:nvSpPr>
        <p:spPr>
          <a:xfrm>
            <a:off x="6446520" y="256032"/>
            <a:ext cx="32004" cy="32004"/>
          </a:xfrm>
          <a:prstGeom prst="ellipse">
            <a:avLst/>
          </a:prstGeom>
          <a:solidFill>
            <a:srgbClr val="00C2FF">
              <a:alpha val="45000"/>
            </a:srgbClr>
          </a:solidFill>
          <a:ln/>
        </p:spPr>
        <p:txBody>
          <a:bodyPr/>
          <a:lstStyle/>
          <a:p>
            <a:endParaRPr lang="en-IN"/>
          </a:p>
        </p:txBody>
      </p:sp>
      <p:sp>
        <p:nvSpPr>
          <p:cNvPr id="12" name="Shape 10">
            <a:extLst>
              <a:ext uri="{FF2B5EF4-FFF2-40B4-BE49-F238E27FC236}">
                <a16:creationId xmlns:a16="http://schemas.microsoft.com/office/drawing/2014/main" id="{3E60666B-A051-F33A-46D6-9F51E18F10F4}"/>
              </a:ext>
            </a:extLst>
          </p:cNvPr>
          <p:cNvSpPr/>
          <p:nvPr/>
        </p:nvSpPr>
        <p:spPr>
          <a:xfrm>
            <a:off x="7315200" y="256032"/>
            <a:ext cx="32004" cy="32004"/>
          </a:xfrm>
          <a:prstGeom prst="ellipse">
            <a:avLst/>
          </a:prstGeom>
          <a:solidFill>
            <a:srgbClr val="00C2FF">
              <a:alpha val="45000"/>
            </a:srgbClr>
          </a:solidFill>
          <a:ln/>
        </p:spPr>
        <p:txBody>
          <a:bodyPr/>
          <a:lstStyle/>
          <a:p>
            <a:endParaRPr lang="en-IN"/>
          </a:p>
        </p:txBody>
      </p:sp>
      <p:sp>
        <p:nvSpPr>
          <p:cNvPr id="13" name="Shape 11">
            <a:extLst>
              <a:ext uri="{FF2B5EF4-FFF2-40B4-BE49-F238E27FC236}">
                <a16:creationId xmlns:a16="http://schemas.microsoft.com/office/drawing/2014/main" id="{1115CFD7-3201-76A7-0FF9-6624BA52184B}"/>
              </a:ext>
            </a:extLst>
          </p:cNvPr>
          <p:cNvSpPr/>
          <p:nvPr/>
        </p:nvSpPr>
        <p:spPr>
          <a:xfrm>
            <a:off x="8183880" y="256032"/>
            <a:ext cx="32004" cy="32004"/>
          </a:xfrm>
          <a:prstGeom prst="ellipse">
            <a:avLst/>
          </a:prstGeom>
          <a:solidFill>
            <a:srgbClr val="00C2FF">
              <a:alpha val="45000"/>
            </a:srgbClr>
          </a:solidFill>
          <a:ln/>
        </p:spPr>
        <p:txBody>
          <a:bodyPr/>
          <a:lstStyle/>
          <a:p>
            <a:endParaRPr lang="en-IN"/>
          </a:p>
        </p:txBody>
      </p:sp>
      <p:sp>
        <p:nvSpPr>
          <p:cNvPr id="14" name="Shape 12">
            <a:extLst>
              <a:ext uri="{FF2B5EF4-FFF2-40B4-BE49-F238E27FC236}">
                <a16:creationId xmlns:a16="http://schemas.microsoft.com/office/drawing/2014/main" id="{2DF0F83C-B94D-5D4F-73C8-3BDC8620AA94}"/>
              </a:ext>
            </a:extLst>
          </p:cNvPr>
          <p:cNvSpPr/>
          <p:nvPr/>
        </p:nvSpPr>
        <p:spPr>
          <a:xfrm>
            <a:off x="9052560" y="256032"/>
            <a:ext cx="32004" cy="32004"/>
          </a:xfrm>
          <a:prstGeom prst="ellipse">
            <a:avLst/>
          </a:prstGeom>
          <a:solidFill>
            <a:srgbClr val="00C2FF">
              <a:alpha val="45000"/>
            </a:srgbClr>
          </a:solidFill>
          <a:ln/>
        </p:spPr>
        <p:txBody>
          <a:bodyPr/>
          <a:lstStyle/>
          <a:p>
            <a:endParaRPr lang="en-IN"/>
          </a:p>
        </p:txBody>
      </p:sp>
      <p:sp>
        <p:nvSpPr>
          <p:cNvPr id="15" name="Shape 13">
            <a:extLst>
              <a:ext uri="{FF2B5EF4-FFF2-40B4-BE49-F238E27FC236}">
                <a16:creationId xmlns:a16="http://schemas.microsoft.com/office/drawing/2014/main" id="{2F338290-4024-7A4F-FC4B-BC4D47AFD286}"/>
              </a:ext>
            </a:extLst>
          </p:cNvPr>
          <p:cNvSpPr/>
          <p:nvPr/>
        </p:nvSpPr>
        <p:spPr>
          <a:xfrm>
            <a:off x="9921240" y="256032"/>
            <a:ext cx="32004" cy="32004"/>
          </a:xfrm>
          <a:prstGeom prst="ellipse">
            <a:avLst/>
          </a:prstGeom>
          <a:solidFill>
            <a:srgbClr val="00C2FF">
              <a:alpha val="45000"/>
            </a:srgbClr>
          </a:solidFill>
          <a:ln/>
        </p:spPr>
        <p:txBody>
          <a:bodyPr/>
          <a:lstStyle/>
          <a:p>
            <a:endParaRPr lang="en-IN"/>
          </a:p>
        </p:txBody>
      </p:sp>
      <p:sp>
        <p:nvSpPr>
          <p:cNvPr id="16" name="Shape 14">
            <a:extLst>
              <a:ext uri="{FF2B5EF4-FFF2-40B4-BE49-F238E27FC236}">
                <a16:creationId xmlns:a16="http://schemas.microsoft.com/office/drawing/2014/main" id="{A0D00DBF-12C4-07F3-78D0-7A5BB4A04676}"/>
              </a:ext>
            </a:extLst>
          </p:cNvPr>
          <p:cNvSpPr/>
          <p:nvPr/>
        </p:nvSpPr>
        <p:spPr>
          <a:xfrm>
            <a:off x="10789920" y="256032"/>
            <a:ext cx="32004" cy="32004"/>
          </a:xfrm>
          <a:prstGeom prst="ellipse">
            <a:avLst/>
          </a:prstGeom>
          <a:solidFill>
            <a:srgbClr val="00C2FF">
              <a:alpha val="45000"/>
            </a:srgbClr>
          </a:solidFill>
          <a:ln/>
        </p:spPr>
        <p:txBody>
          <a:bodyPr/>
          <a:lstStyle/>
          <a:p>
            <a:endParaRPr lang="en-IN"/>
          </a:p>
        </p:txBody>
      </p:sp>
      <p:sp>
        <p:nvSpPr>
          <p:cNvPr id="17" name="Shape 15">
            <a:extLst>
              <a:ext uri="{FF2B5EF4-FFF2-40B4-BE49-F238E27FC236}">
                <a16:creationId xmlns:a16="http://schemas.microsoft.com/office/drawing/2014/main" id="{380E5B31-9D53-FD77-2BBC-06092E29CC32}"/>
              </a:ext>
            </a:extLst>
          </p:cNvPr>
          <p:cNvSpPr/>
          <p:nvPr/>
        </p:nvSpPr>
        <p:spPr>
          <a:xfrm>
            <a:off x="11658600" y="256032"/>
            <a:ext cx="32004" cy="32004"/>
          </a:xfrm>
          <a:prstGeom prst="ellipse">
            <a:avLst/>
          </a:prstGeom>
          <a:solidFill>
            <a:srgbClr val="00C2FF">
              <a:alpha val="45000"/>
            </a:srgbClr>
          </a:solidFill>
          <a:ln/>
        </p:spPr>
        <p:txBody>
          <a:bodyPr/>
          <a:lstStyle/>
          <a:p>
            <a:endParaRPr lang="en-IN"/>
          </a:p>
        </p:txBody>
      </p:sp>
      <p:sp>
        <p:nvSpPr>
          <p:cNvPr id="18" name="Shape 16">
            <a:extLst>
              <a:ext uri="{FF2B5EF4-FFF2-40B4-BE49-F238E27FC236}">
                <a16:creationId xmlns:a16="http://schemas.microsoft.com/office/drawing/2014/main" id="{6EEAEE3B-82B4-44F9-4F71-32C0AABB915C}"/>
              </a:ext>
            </a:extLst>
          </p:cNvPr>
          <p:cNvSpPr/>
          <p:nvPr/>
        </p:nvSpPr>
        <p:spPr>
          <a:xfrm>
            <a:off x="365760" y="6601968"/>
            <a:ext cx="32004" cy="32004"/>
          </a:xfrm>
          <a:prstGeom prst="ellipse">
            <a:avLst/>
          </a:prstGeom>
          <a:solidFill>
            <a:srgbClr val="00C2FF">
              <a:alpha val="45000"/>
            </a:srgbClr>
          </a:solidFill>
          <a:ln/>
        </p:spPr>
        <p:txBody>
          <a:bodyPr/>
          <a:lstStyle/>
          <a:p>
            <a:endParaRPr lang="en-IN"/>
          </a:p>
        </p:txBody>
      </p:sp>
      <p:sp>
        <p:nvSpPr>
          <p:cNvPr id="19" name="Shape 17">
            <a:extLst>
              <a:ext uri="{FF2B5EF4-FFF2-40B4-BE49-F238E27FC236}">
                <a16:creationId xmlns:a16="http://schemas.microsoft.com/office/drawing/2014/main" id="{41E686E4-5804-D810-A932-088947401C44}"/>
              </a:ext>
            </a:extLst>
          </p:cNvPr>
          <p:cNvSpPr/>
          <p:nvPr/>
        </p:nvSpPr>
        <p:spPr>
          <a:xfrm>
            <a:off x="1234440" y="6601968"/>
            <a:ext cx="32004" cy="32004"/>
          </a:xfrm>
          <a:prstGeom prst="ellipse">
            <a:avLst/>
          </a:prstGeom>
          <a:solidFill>
            <a:srgbClr val="00C2FF">
              <a:alpha val="45000"/>
            </a:srgbClr>
          </a:solidFill>
          <a:ln/>
        </p:spPr>
        <p:txBody>
          <a:bodyPr/>
          <a:lstStyle/>
          <a:p>
            <a:endParaRPr lang="en-IN"/>
          </a:p>
        </p:txBody>
      </p:sp>
      <p:sp>
        <p:nvSpPr>
          <p:cNvPr id="20" name="Shape 18">
            <a:extLst>
              <a:ext uri="{FF2B5EF4-FFF2-40B4-BE49-F238E27FC236}">
                <a16:creationId xmlns:a16="http://schemas.microsoft.com/office/drawing/2014/main" id="{C6BA2035-8451-18F6-2049-ED5C6DD20C70}"/>
              </a:ext>
            </a:extLst>
          </p:cNvPr>
          <p:cNvSpPr/>
          <p:nvPr/>
        </p:nvSpPr>
        <p:spPr>
          <a:xfrm>
            <a:off x="2103120" y="6601968"/>
            <a:ext cx="32004" cy="32004"/>
          </a:xfrm>
          <a:prstGeom prst="ellipse">
            <a:avLst/>
          </a:prstGeom>
          <a:solidFill>
            <a:srgbClr val="00C2FF">
              <a:alpha val="45000"/>
            </a:srgbClr>
          </a:solidFill>
          <a:ln/>
        </p:spPr>
        <p:txBody>
          <a:bodyPr/>
          <a:lstStyle/>
          <a:p>
            <a:endParaRPr lang="en-IN"/>
          </a:p>
        </p:txBody>
      </p:sp>
      <p:sp>
        <p:nvSpPr>
          <p:cNvPr id="21" name="Shape 19">
            <a:extLst>
              <a:ext uri="{FF2B5EF4-FFF2-40B4-BE49-F238E27FC236}">
                <a16:creationId xmlns:a16="http://schemas.microsoft.com/office/drawing/2014/main" id="{4E820164-5EE1-CE37-91EB-C309FF9B7A43}"/>
              </a:ext>
            </a:extLst>
          </p:cNvPr>
          <p:cNvSpPr/>
          <p:nvPr/>
        </p:nvSpPr>
        <p:spPr>
          <a:xfrm>
            <a:off x="2971800" y="6601968"/>
            <a:ext cx="32004" cy="32004"/>
          </a:xfrm>
          <a:prstGeom prst="ellipse">
            <a:avLst/>
          </a:prstGeom>
          <a:solidFill>
            <a:srgbClr val="00C2FF">
              <a:alpha val="45000"/>
            </a:srgbClr>
          </a:solidFill>
          <a:ln/>
        </p:spPr>
        <p:txBody>
          <a:bodyPr/>
          <a:lstStyle/>
          <a:p>
            <a:endParaRPr lang="en-IN"/>
          </a:p>
        </p:txBody>
      </p:sp>
      <p:sp>
        <p:nvSpPr>
          <p:cNvPr id="22" name="Shape 20">
            <a:extLst>
              <a:ext uri="{FF2B5EF4-FFF2-40B4-BE49-F238E27FC236}">
                <a16:creationId xmlns:a16="http://schemas.microsoft.com/office/drawing/2014/main" id="{CBC78845-E941-CA17-287C-C71657DD21F3}"/>
              </a:ext>
            </a:extLst>
          </p:cNvPr>
          <p:cNvSpPr/>
          <p:nvPr/>
        </p:nvSpPr>
        <p:spPr>
          <a:xfrm>
            <a:off x="3840480" y="6601968"/>
            <a:ext cx="32004" cy="32004"/>
          </a:xfrm>
          <a:prstGeom prst="ellipse">
            <a:avLst/>
          </a:prstGeom>
          <a:solidFill>
            <a:srgbClr val="00C2FF">
              <a:alpha val="45000"/>
            </a:srgbClr>
          </a:solidFill>
          <a:ln/>
        </p:spPr>
        <p:txBody>
          <a:bodyPr/>
          <a:lstStyle/>
          <a:p>
            <a:endParaRPr lang="en-IN"/>
          </a:p>
        </p:txBody>
      </p:sp>
      <p:sp>
        <p:nvSpPr>
          <p:cNvPr id="23" name="Shape 21">
            <a:extLst>
              <a:ext uri="{FF2B5EF4-FFF2-40B4-BE49-F238E27FC236}">
                <a16:creationId xmlns:a16="http://schemas.microsoft.com/office/drawing/2014/main" id="{AB369ECA-ECDC-1F4E-DC3E-0DD7C0660B9C}"/>
              </a:ext>
            </a:extLst>
          </p:cNvPr>
          <p:cNvSpPr/>
          <p:nvPr/>
        </p:nvSpPr>
        <p:spPr>
          <a:xfrm>
            <a:off x="4709160" y="6601968"/>
            <a:ext cx="32004" cy="32004"/>
          </a:xfrm>
          <a:prstGeom prst="ellipse">
            <a:avLst/>
          </a:prstGeom>
          <a:solidFill>
            <a:srgbClr val="00C2FF">
              <a:alpha val="45000"/>
            </a:srgbClr>
          </a:solidFill>
          <a:ln/>
        </p:spPr>
        <p:txBody>
          <a:bodyPr/>
          <a:lstStyle/>
          <a:p>
            <a:endParaRPr lang="en-IN"/>
          </a:p>
        </p:txBody>
      </p:sp>
      <p:sp>
        <p:nvSpPr>
          <p:cNvPr id="24" name="Shape 22">
            <a:extLst>
              <a:ext uri="{FF2B5EF4-FFF2-40B4-BE49-F238E27FC236}">
                <a16:creationId xmlns:a16="http://schemas.microsoft.com/office/drawing/2014/main" id="{2DE09CE8-5842-7785-E250-32E1DFE743C6}"/>
              </a:ext>
            </a:extLst>
          </p:cNvPr>
          <p:cNvSpPr/>
          <p:nvPr/>
        </p:nvSpPr>
        <p:spPr>
          <a:xfrm>
            <a:off x="5577840" y="6601968"/>
            <a:ext cx="32004" cy="32004"/>
          </a:xfrm>
          <a:prstGeom prst="ellipse">
            <a:avLst/>
          </a:prstGeom>
          <a:solidFill>
            <a:srgbClr val="00C2FF">
              <a:alpha val="45000"/>
            </a:srgbClr>
          </a:solidFill>
          <a:ln/>
        </p:spPr>
        <p:txBody>
          <a:bodyPr/>
          <a:lstStyle/>
          <a:p>
            <a:endParaRPr lang="en-IN"/>
          </a:p>
        </p:txBody>
      </p:sp>
      <p:sp>
        <p:nvSpPr>
          <p:cNvPr id="25" name="Shape 23">
            <a:extLst>
              <a:ext uri="{FF2B5EF4-FFF2-40B4-BE49-F238E27FC236}">
                <a16:creationId xmlns:a16="http://schemas.microsoft.com/office/drawing/2014/main" id="{C5ED567A-85BD-255E-6A52-8C1D58A0DCD4}"/>
              </a:ext>
            </a:extLst>
          </p:cNvPr>
          <p:cNvSpPr/>
          <p:nvPr/>
        </p:nvSpPr>
        <p:spPr>
          <a:xfrm>
            <a:off x="6446520" y="6601968"/>
            <a:ext cx="32004" cy="32004"/>
          </a:xfrm>
          <a:prstGeom prst="ellipse">
            <a:avLst/>
          </a:prstGeom>
          <a:solidFill>
            <a:srgbClr val="00C2FF">
              <a:alpha val="45000"/>
            </a:srgbClr>
          </a:solidFill>
          <a:ln/>
        </p:spPr>
        <p:txBody>
          <a:bodyPr/>
          <a:lstStyle/>
          <a:p>
            <a:endParaRPr lang="en-IN"/>
          </a:p>
        </p:txBody>
      </p:sp>
      <p:sp>
        <p:nvSpPr>
          <p:cNvPr id="26" name="Shape 24">
            <a:extLst>
              <a:ext uri="{FF2B5EF4-FFF2-40B4-BE49-F238E27FC236}">
                <a16:creationId xmlns:a16="http://schemas.microsoft.com/office/drawing/2014/main" id="{FAF32F76-3CFE-9E33-8D7C-F16176C27B71}"/>
              </a:ext>
            </a:extLst>
          </p:cNvPr>
          <p:cNvSpPr/>
          <p:nvPr/>
        </p:nvSpPr>
        <p:spPr>
          <a:xfrm>
            <a:off x="7315200" y="6601968"/>
            <a:ext cx="32004" cy="32004"/>
          </a:xfrm>
          <a:prstGeom prst="ellipse">
            <a:avLst/>
          </a:prstGeom>
          <a:solidFill>
            <a:srgbClr val="00C2FF">
              <a:alpha val="45000"/>
            </a:srgbClr>
          </a:solidFill>
          <a:ln/>
        </p:spPr>
        <p:txBody>
          <a:bodyPr/>
          <a:lstStyle/>
          <a:p>
            <a:endParaRPr lang="en-IN"/>
          </a:p>
        </p:txBody>
      </p:sp>
      <p:sp>
        <p:nvSpPr>
          <p:cNvPr id="27" name="Shape 25">
            <a:extLst>
              <a:ext uri="{FF2B5EF4-FFF2-40B4-BE49-F238E27FC236}">
                <a16:creationId xmlns:a16="http://schemas.microsoft.com/office/drawing/2014/main" id="{538161B6-A772-467E-155F-35D038A0A1A8}"/>
              </a:ext>
            </a:extLst>
          </p:cNvPr>
          <p:cNvSpPr/>
          <p:nvPr/>
        </p:nvSpPr>
        <p:spPr>
          <a:xfrm>
            <a:off x="8183880" y="6601968"/>
            <a:ext cx="32004" cy="32004"/>
          </a:xfrm>
          <a:prstGeom prst="ellipse">
            <a:avLst/>
          </a:prstGeom>
          <a:solidFill>
            <a:srgbClr val="00C2FF">
              <a:alpha val="45000"/>
            </a:srgbClr>
          </a:solidFill>
          <a:ln/>
        </p:spPr>
        <p:txBody>
          <a:bodyPr/>
          <a:lstStyle/>
          <a:p>
            <a:endParaRPr lang="en-IN"/>
          </a:p>
        </p:txBody>
      </p:sp>
      <p:sp>
        <p:nvSpPr>
          <p:cNvPr id="28" name="Shape 26">
            <a:extLst>
              <a:ext uri="{FF2B5EF4-FFF2-40B4-BE49-F238E27FC236}">
                <a16:creationId xmlns:a16="http://schemas.microsoft.com/office/drawing/2014/main" id="{1E60A496-5A94-DF12-CA9C-FA8327C225F5}"/>
              </a:ext>
            </a:extLst>
          </p:cNvPr>
          <p:cNvSpPr/>
          <p:nvPr/>
        </p:nvSpPr>
        <p:spPr>
          <a:xfrm>
            <a:off x="9052560" y="6601968"/>
            <a:ext cx="32004" cy="32004"/>
          </a:xfrm>
          <a:prstGeom prst="ellipse">
            <a:avLst/>
          </a:prstGeom>
          <a:solidFill>
            <a:srgbClr val="00C2FF">
              <a:alpha val="45000"/>
            </a:srgbClr>
          </a:solidFill>
          <a:ln/>
        </p:spPr>
        <p:txBody>
          <a:bodyPr/>
          <a:lstStyle/>
          <a:p>
            <a:endParaRPr lang="en-IN"/>
          </a:p>
        </p:txBody>
      </p:sp>
      <p:sp>
        <p:nvSpPr>
          <p:cNvPr id="29" name="Shape 27">
            <a:extLst>
              <a:ext uri="{FF2B5EF4-FFF2-40B4-BE49-F238E27FC236}">
                <a16:creationId xmlns:a16="http://schemas.microsoft.com/office/drawing/2014/main" id="{0D960442-A821-9633-7305-874ADD2D6C69}"/>
              </a:ext>
            </a:extLst>
          </p:cNvPr>
          <p:cNvSpPr/>
          <p:nvPr/>
        </p:nvSpPr>
        <p:spPr>
          <a:xfrm>
            <a:off x="9921240" y="6601968"/>
            <a:ext cx="32004" cy="32004"/>
          </a:xfrm>
          <a:prstGeom prst="ellipse">
            <a:avLst/>
          </a:prstGeom>
          <a:solidFill>
            <a:srgbClr val="00C2FF">
              <a:alpha val="45000"/>
            </a:srgbClr>
          </a:solidFill>
          <a:ln/>
        </p:spPr>
        <p:txBody>
          <a:bodyPr/>
          <a:lstStyle/>
          <a:p>
            <a:endParaRPr lang="en-IN"/>
          </a:p>
        </p:txBody>
      </p:sp>
      <p:sp>
        <p:nvSpPr>
          <p:cNvPr id="30" name="Shape 28">
            <a:extLst>
              <a:ext uri="{FF2B5EF4-FFF2-40B4-BE49-F238E27FC236}">
                <a16:creationId xmlns:a16="http://schemas.microsoft.com/office/drawing/2014/main" id="{DCA8FFBA-DFEA-C367-DC36-195E1687D0F7}"/>
              </a:ext>
            </a:extLst>
          </p:cNvPr>
          <p:cNvSpPr/>
          <p:nvPr/>
        </p:nvSpPr>
        <p:spPr>
          <a:xfrm>
            <a:off x="10789920" y="6601968"/>
            <a:ext cx="32004" cy="32004"/>
          </a:xfrm>
          <a:prstGeom prst="ellipse">
            <a:avLst/>
          </a:prstGeom>
          <a:solidFill>
            <a:srgbClr val="00C2FF">
              <a:alpha val="45000"/>
            </a:srgbClr>
          </a:solidFill>
          <a:ln/>
        </p:spPr>
        <p:txBody>
          <a:bodyPr/>
          <a:lstStyle/>
          <a:p>
            <a:endParaRPr lang="en-IN"/>
          </a:p>
        </p:txBody>
      </p:sp>
      <p:sp>
        <p:nvSpPr>
          <p:cNvPr id="31" name="Shape 29">
            <a:extLst>
              <a:ext uri="{FF2B5EF4-FFF2-40B4-BE49-F238E27FC236}">
                <a16:creationId xmlns:a16="http://schemas.microsoft.com/office/drawing/2014/main" id="{70A2A864-A966-8573-F114-A0CBA6BC8645}"/>
              </a:ext>
            </a:extLst>
          </p:cNvPr>
          <p:cNvSpPr/>
          <p:nvPr/>
        </p:nvSpPr>
        <p:spPr>
          <a:xfrm>
            <a:off x="11658600" y="6601968"/>
            <a:ext cx="32004" cy="32004"/>
          </a:xfrm>
          <a:prstGeom prst="ellipse">
            <a:avLst/>
          </a:prstGeom>
          <a:solidFill>
            <a:srgbClr val="00C2FF">
              <a:alpha val="45000"/>
            </a:srgbClr>
          </a:solidFill>
          <a:ln/>
        </p:spPr>
        <p:txBody>
          <a:bodyPr/>
          <a:lstStyle/>
          <a:p>
            <a:endParaRPr lang="en-IN"/>
          </a:p>
        </p:txBody>
      </p:sp>
      <p:sp>
        <p:nvSpPr>
          <p:cNvPr id="32" name="Text 30">
            <a:extLst>
              <a:ext uri="{FF2B5EF4-FFF2-40B4-BE49-F238E27FC236}">
                <a16:creationId xmlns:a16="http://schemas.microsoft.com/office/drawing/2014/main" id="{EDC13290-6753-7153-42B6-CA8383320F8F}"/>
              </a:ext>
            </a:extLst>
          </p:cNvPr>
          <p:cNvSpPr/>
          <p:nvPr/>
        </p:nvSpPr>
        <p:spPr>
          <a:xfrm>
            <a:off x="548640" y="384048"/>
            <a:ext cx="7315200" cy="274320"/>
          </a:xfrm>
          <a:prstGeom prst="rect">
            <a:avLst/>
          </a:prstGeom>
          <a:noFill/>
          <a:ln/>
        </p:spPr>
        <p:txBody>
          <a:bodyPr wrap="square" rtlCol="0" anchor="ctr"/>
          <a:lstStyle/>
          <a:p>
            <a:pPr marL="0" indent="0">
              <a:buNone/>
            </a:pPr>
            <a:endParaRPr lang="en-US" sz="1100" dirty="0"/>
          </a:p>
        </p:txBody>
      </p:sp>
      <p:sp>
        <p:nvSpPr>
          <p:cNvPr id="33" name="Text 31">
            <a:extLst>
              <a:ext uri="{FF2B5EF4-FFF2-40B4-BE49-F238E27FC236}">
                <a16:creationId xmlns:a16="http://schemas.microsoft.com/office/drawing/2014/main" id="{127464F2-8D01-F445-4D33-C2CECC0CDBEB}"/>
              </a:ext>
            </a:extLst>
          </p:cNvPr>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FFFFFF"/>
                </a:solidFill>
                <a:latin typeface="Montserrat" pitchFamily="34" charset="0"/>
                <a:ea typeface="Montserrat" pitchFamily="34" charset="-122"/>
                <a:cs typeface="Montserrat" pitchFamily="34" charset="-120"/>
              </a:rPr>
              <a:t>Prototype</a:t>
            </a:r>
            <a:endParaRPr lang="en-US" sz="3000" dirty="0"/>
          </a:p>
        </p:txBody>
      </p:sp>
      <p:sp>
        <p:nvSpPr>
          <p:cNvPr id="35" name="Text 32">
            <a:extLst>
              <a:ext uri="{FF2B5EF4-FFF2-40B4-BE49-F238E27FC236}">
                <a16:creationId xmlns:a16="http://schemas.microsoft.com/office/drawing/2014/main" id="{2CECF073-61FE-1E26-4F50-8623546EDA29}"/>
              </a:ext>
            </a:extLst>
          </p:cNvPr>
          <p:cNvSpPr/>
          <p:nvPr/>
        </p:nvSpPr>
        <p:spPr>
          <a:xfrm>
            <a:off x="548640" y="6528816"/>
            <a:ext cx="5486400" cy="256032"/>
          </a:xfrm>
          <a:prstGeom prst="rect">
            <a:avLst/>
          </a:prstGeom>
          <a:noFill/>
          <a:ln/>
        </p:spPr>
        <p:txBody>
          <a:bodyPr wrap="square" rtlCol="0" anchor="ctr"/>
          <a:lstStyle/>
          <a:p>
            <a:pPr marL="0" indent="0">
              <a:buNone/>
            </a:pPr>
            <a:r>
              <a:rPr lang="en-US" sz="850" kern="0" spc="120" dirty="0">
                <a:solidFill>
                  <a:srgbClr val="8A94B0"/>
                </a:solidFill>
                <a:latin typeface="Poppins" pitchFamily="34" charset="0"/>
                <a:ea typeface="Poppins" pitchFamily="34" charset="-122"/>
                <a:cs typeface="Poppins" pitchFamily="34" charset="-120"/>
              </a:rPr>
              <a:t>FINSPARK'26  ·  BANK OF MAHARASHTRA</a:t>
            </a:r>
            <a:endParaRPr lang="en-US" sz="850" dirty="0"/>
          </a:p>
        </p:txBody>
      </p:sp>
      <p:sp>
        <p:nvSpPr>
          <p:cNvPr id="36" name="Text 33">
            <a:extLst>
              <a:ext uri="{FF2B5EF4-FFF2-40B4-BE49-F238E27FC236}">
                <a16:creationId xmlns:a16="http://schemas.microsoft.com/office/drawing/2014/main" id="{A9995D9B-7956-5A6B-8A52-A70CFED9381F}"/>
              </a:ext>
            </a:extLst>
          </p:cNvPr>
          <p:cNvSpPr/>
          <p:nvPr/>
        </p:nvSpPr>
        <p:spPr>
          <a:xfrm>
            <a:off x="11338560" y="6528816"/>
            <a:ext cx="365760" cy="256032"/>
          </a:xfrm>
          <a:prstGeom prst="rect">
            <a:avLst/>
          </a:prstGeom>
          <a:noFill/>
          <a:ln/>
        </p:spPr>
        <p:txBody>
          <a:bodyPr wrap="square" rtlCol="0" anchor="ctr"/>
          <a:lstStyle/>
          <a:p>
            <a:pPr marL="0" indent="0" algn="r">
              <a:buNone/>
            </a:pPr>
            <a:r>
              <a:rPr lang="en-US" sz="900" dirty="0">
                <a:solidFill>
                  <a:srgbClr val="8A94B0"/>
                </a:solidFill>
                <a:latin typeface="IBM Plex Sans" pitchFamily="34" charset="0"/>
                <a:ea typeface="IBM Plex Sans" pitchFamily="34" charset="-122"/>
                <a:cs typeface="IBM Plex Sans" pitchFamily="34" charset="-120"/>
              </a:rPr>
              <a:t>08</a:t>
            </a:r>
            <a:endParaRPr lang="en-US" sz="900" dirty="0"/>
          </a:p>
        </p:txBody>
      </p:sp>
      <p:pic>
        <p:nvPicPr>
          <p:cNvPr id="37" name="Picture 36">
            <a:extLst>
              <a:ext uri="{FF2B5EF4-FFF2-40B4-BE49-F238E27FC236}">
                <a16:creationId xmlns:a16="http://schemas.microsoft.com/office/drawing/2014/main" id="{5867CA28-E731-F39A-682D-B401571E0AA1}"/>
              </a:ext>
            </a:extLst>
          </p:cNvPr>
          <p:cNvPicPr>
            <a:picLocks noChangeAspect="1"/>
          </p:cNvPicPr>
          <p:nvPr/>
        </p:nvPicPr>
        <p:blipFill>
          <a:blip r:embed="rId3"/>
          <a:stretch>
            <a:fillRect/>
          </a:stretch>
        </p:blipFill>
        <p:spPr>
          <a:xfrm>
            <a:off x="1711488" y="1639516"/>
            <a:ext cx="8668994" cy="4322372"/>
          </a:xfrm>
          <a:prstGeom prst="rect">
            <a:avLst/>
          </a:prstGeom>
        </p:spPr>
      </p:pic>
    </p:spTree>
    <p:extLst>
      <p:ext uri="{BB962C8B-B14F-4D97-AF65-F5344CB8AC3E}">
        <p14:creationId xmlns:p14="http://schemas.microsoft.com/office/powerpoint/2010/main" val="24600801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0B132B"/>
        </a:solidFill>
        <a:effectLst/>
      </p:bgPr>
    </p:bg>
    <p:spTree>
      <p:nvGrpSpPr>
        <p:cNvPr id="1" name=""/>
        <p:cNvGrpSpPr/>
        <p:nvPr/>
      </p:nvGrpSpPr>
      <p:grpSpPr>
        <a:xfrm>
          <a:off x="0" y="0"/>
          <a:ext cx="0" cy="0"/>
          <a:chOff x="0" y="0"/>
          <a:chExt cx="0" cy="0"/>
        </a:xfrm>
      </p:grpSpPr>
      <p:sp>
        <p:nvSpPr>
          <p:cNvPr id="2" name="Shape 0"/>
          <p:cNvSpPr/>
          <p:nvPr/>
        </p:nvSpPr>
        <p:spPr>
          <a:xfrm>
            <a:off x="9692640" y="-2103120"/>
            <a:ext cx="5029200" cy="5029200"/>
          </a:xfrm>
          <a:prstGeom prst="ellipse">
            <a:avLst/>
          </a:prstGeom>
          <a:solidFill>
            <a:srgbClr val="00C2FF">
              <a:alpha val="8000"/>
            </a:srgbClr>
          </a:solidFill>
          <a:ln/>
        </p:spPr>
        <p:txBody>
          <a:bodyPr/>
          <a:lstStyle/>
          <a:p>
            <a:endParaRPr lang="en-IN"/>
          </a:p>
        </p:txBody>
      </p:sp>
      <p:sp>
        <p:nvSpPr>
          <p:cNvPr id="3" name="Shape 1"/>
          <p:cNvSpPr/>
          <p:nvPr/>
        </p:nvSpPr>
        <p:spPr>
          <a:xfrm>
            <a:off x="-2011680" y="4572000"/>
            <a:ext cx="4754880" cy="4754880"/>
          </a:xfrm>
          <a:prstGeom prst="ellipse">
            <a:avLst/>
          </a:prstGeom>
          <a:solidFill>
            <a:srgbClr val="00C2FF">
              <a:alpha val="6000"/>
            </a:srgbClr>
          </a:solidFill>
          <a:ln/>
        </p:spPr>
        <p:txBody>
          <a:bodyPr/>
          <a:lstStyle/>
          <a:p>
            <a:endParaRPr lang="en-IN"/>
          </a:p>
        </p:txBody>
      </p:sp>
      <p:sp>
        <p:nvSpPr>
          <p:cNvPr id="4" name="Shape 2"/>
          <p:cNvSpPr/>
          <p:nvPr/>
        </p:nvSpPr>
        <p:spPr>
          <a:xfrm>
            <a:off x="365760" y="256032"/>
            <a:ext cx="32004" cy="32004"/>
          </a:xfrm>
          <a:prstGeom prst="ellipse">
            <a:avLst/>
          </a:prstGeom>
          <a:solidFill>
            <a:srgbClr val="00C2FF">
              <a:alpha val="45000"/>
            </a:srgbClr>
          </a:solidFill>
          <a:ln/>
        </p:spPr>
        <p:txBody>
          <a:bodyPr/>
          <a:lstStyle/>
          <a:p>
            <a:endParaRPr lang="en-IN"/>
          </a:p>
        </p:txBody>
      </p:sp>
      <p:sp>
        <p:nvSpPr>
          <p:cNvPr id="5" name="Shape 3"/>
          <p:cNvSpPr/>
          <p:nvPr/>
        </p:nvSpPr>
        <p:spPr>
          <a:xfrm>
            <a:off x="1234440" y="256032"/>
            <a:ext cx="32004" cy="32004"/>
          </a:xfrm>
          <a:prstGeom prst="ellipse">
            <a:avLst/>
          </a:prstGeom>
          <a:solidFill>
            <a:srgbClr val="00C2FF">
              <a:alpha val="45000"/>
            </a:srgbClr>
          </a:solidFill>
          <a:ln/>
        </p:spPr>
        <p:txBody>
          <a:bodyPr/>
          <a:lstStyle/>
          <a:p>
            <a:endParaRPr lang="en-IN"/>
          </a:p>
        </p:txBody>
      </p:sp>
      <p:sp>
        <p:nvSpPr>
          <p:cNvPr id="6" name="Shape 4"/>
          <p:cNvSpPr/>
          <p:nvPr/>
        </p:nvSpPr>
        <p:spPr>
          <a:xfrm>
            <a:off x="2103120" y="256032"/>
            <a:ext cx="32004" cy="32004"/>
          </a:xfrm>
          <a:prstGeom prst="ellipse">
            <a:avLst/>
          </a:prstGeom>
          <a:solidFill>
            <a:srgbClr val="00C2FF">
              <a:alpha val="45000"/>
            </a:srgbClr>
          </a:solidFill>
          <a:ln/>
        </p:spPr>
        <p:txBody>
          <a:bodyPr/>
          <a:lstStyle/>
          <a:p>
            <a:endParaRPr lang="en-IN"/>
          </a:p>
        </p:txBody>
      </p:sp>
      <p:sp>
        <p:nvSpPr>
          <p:cNvPr id="7" name="Shape 5"/>
          <p:cNvSpPr/>
          <p:nvPr/>
        </p:nvSpPr>
        <p:spPr>
          <a:xfrm>
            <a:off x="2971800" y="256032"/>
            <a:ext cx="32004" cy="32004"/>
          </a:xfrm>
          <a:prstGeom prst="ellipse">
            <a:avLst/>
          </a:prstGeom>
          <a:solidFill>
            <a:srgbClr val="00C2FF">
              <a:alpha val="45000"/>
            </a:srgbClr>
          </a:solidFill>
          <a:ln/>
        </p:spPr>
        <p:txBody>
          <a:bodyPr/>
          <a:lstStyle/>
          <a:p>
            <a:endParaRPr lang="en-IN"/>
          </a:p>
        </p:txBody>
      </p:sp>
      <p:sp>
        <p:nvSpPr>
          <p:cNvPr id="8" name="Shape 6"/>
          <p:cNvSpPr/>
          <p:nvPr/>
        </p:nvSpPr>
        <p:spPr>
          <a:xfrm>
            <a:off x="3840480" y="256032"/>
            <a:ext cx="32004" cy="32004"/>
          </a:xfrm>
          <a:prstGeom prst="ellipse">
            <a:avLst/>
          </a:prstGeom>
          <a:solidFill>
            <a:srgbClr val="00C2FF">
              <a:alpha val="45000"/>
            </a:srgbClr>
          </a:solidFill>
          <a:ln/>
        </p:spPr>
        <p:txBody>
          <a:bodyPr/>
          <a:lstStyle/>
          <a:p>
            <a:endParaRPr lang="en-IN"/>
          </a:p>
        </p:txBody>
      </p:sp>
      <p:sp>
        <p:nvSpPr>
          <p:cNvPr id="9" name="Shape 7"/>
          <p:cNvSpPr/>
          <p:nvPr/>
        </p:nvSpPr>
        <p:spPr>
          <a:xfrm>
            <a:off x="4709160" y="256032"/>
            <a:ext cx="32004" cy="32004"/>
          </a:xfrm>
          <a:prstGeom prst="ellipse">
            <a:avLst/>
          </a:prstGeom>
          <a:solidFill>
            <a:srgbClr val="00C2FF">
              <a:alpha val="45000"/>
            </a:srgbClr>
          </a:solidFill>
          <a:ln/>
        </p:spPr>
        <p:txBody>
          <a:bodyPr/>
          <a:lstStyle/>
          <a:p>
            <a:endParaRPr lang="en-IN"/>
          </a:p>
        </p:txBody>
      </p:sp>
      <p:sp>
        <p:nvSpPr>
          <p:cNvPr id="10" name="Shape 8"/>
          <p:cNvSpPr/>
          <p:nvPr/>
        </p:nvSpPr>
        <p:spPr>
          <a:xfrm>
            <a:off x="5577840" y="256032"/>
            <a:ext cx="32004" cy="32004"/>
          </a:xfrm>
          <a:prstGeom prst="ellipse">
            <a:avLst/>
          </a:prstGeom>
          <a:solidFill>
            <a:srgbClr val="00C2FF">
              <a:alpha val="45000"/>
            </a:srgbClr>
          </a:solidFill>
          <a:ln/>
        </p:spPr>
        <p:txBody>
          <a:bodyPr/>
          <a:lstStyle/>
          <a:p>
            <a:endParaRPr lang="en-IN"/>
          </a:p>
        </p:txBody>
      </p:sp>
      <p:sp>
        <p:nvSpPr>
          <p:cNvPr id="11" name="Shape 9"/>
          <p:cNvSpPr/>
          <p:nvPr/>
        </p:nvSpPr>
        <p:spPr>
          <a:xfrm>
            <a:off x="6446520" y="256032"/>
            <a:ext cx="32004" cy="32004"/>
          </a:xfrm>
          <a:prstGeom prst="ellipse">
            <a:avLst/>
          </a:prstGeom>
          <a:solidFill>
            <a:srgbClr val="00C2FF">
              <a:alpha val="45000"/>
            </a:srgbClr>
          </a:solidFill>
          <a:ln/>
        </p:spPr>
        <p:txBody>
          <a:bodyPr/>
          <a:lstStyle/>
          <a:p>
            <a:endParaRPr lang="en-IN"/>
          </a:p>
        </p:txBody>
      </p:sp>
      <p:sp>
        <p:nvSpPr>
          <p:cNvPr id="12" name="Shape 10"/>
          <p:cNvSpPr/>
          <p:nvPr/>
        </p:nvSpPr>
        <p:spPr>
          <a:xfrm>
            <a:off x="7315200" y="256032"/>
            <a:ext cx="32004" cy="32004"/>
          </a:xfrm>
          <a:prstGeom prst="ellipse">
            <a:avLst/>
          </a:prstGeom>
          <a:solidFill>
            <a:srgbClr val="00C2FF">
              <a:alpha val="45000"/>
            </a:srgbClr>
          </a:solidFill>
          <a:ln/>
        </p:spPr>
        <p:txBody>
          <a:bodyPr/>
          <a:lstStyle/>
          <a:p>
            <a:endParaRPr lang="en-IN"/>
          </a:p>
        </p:txBody>
      </p:sp>
      <p:sp>
        <p:nvSpPr>
          <p:cNvPr id="13" name="Shape 11"/>
          <p:cNvSpPr/>
          <p:nvPr/>
        </p:nvSpPr>
        <p:spPr>
          <a:xfrm>
            <a:off x="8183880" y="256032"/>
            <a:ext cx="32004" cy="32004"/>
          </a:xfrm>
          <a:prstGeom prst="ellipse">
            <a:avLst/>
          </a:prstGeom>
          <a:solidFill>
            <a:srgbClr val="00C2FF">
              <a:alpha val="45000"/>
            </a:srgbClr>
          </a:solidFill>
          <a:ln/>
        </p:spPr>
        <p:txBody>
          <a:bodyPr/>
          <a:lstStyle/>
          <a:p>
            <a:endParaRPr lang="en-IN"/>
          </a:p>
        </p:txBody>
      </p:sp>
      <p:sp>
        <p:nvSpPr>
          <p:cNvPr id="14" name="Shape 12"/>
          <p:cNvSpPr/>
          <p:nvPr/>
        </p:nvSpPr>
        <p:spPr>
          <a:xfrm>
            <a:off x="9052560" y="256032"/>
            <a:ext cx="32004" cy="32004"/>
          </a:xfrm>
          <a:prstGeom prst="ellipse">
            <a:avLst/>
          </a:prstGeom>
          <a:solidFill>
            <a:srgbClr val="00C2FF">
              <a:alpha val="45000"/>
            </a:srgbClr>
          </a:solidFill>
          <a:ln/>
        </p:spPr>
        <p:txBody>
          <a:bodyPr/>
          <a:lstStyle/>
          <a:p>
            <a:endParaRPr lang="en-IN"/>
          </a:p>
        </p:txBody>
      </p:sp>
      <p:sp>
        <p:nvSpPr>
          <p:cNvPr id="15" name="Shape 13"/>
          <p:cNvSpPr/>
          <p:nvPr/>
        </p:nvSpPr>
        <p:spPr>
          <a:xfrm>
            <a:off x="9921240" y="256032"/>
            <a:ext cx="32004" cy="32004"/>
          </a:xfrm>
          <a:prstGeom prst="ellipse">
            <a:avLst/>
          </a:prstGeom>
          <a:solidFill>
            <a:srgbClr val="00C2FF">
              <a:alpha val="45000"/>
            </a:srgbClr>
          </a:solidFill>
          <a:ln/>
        </p:spPr>
        <p:txBody>
          <a:bodyPr/>
          <a:lstStyle/>
          <a:p>
            <a:endParaRPr lang="en-IN"/>
          </a:p>
        </p:txBody>
      </p:sp>
      <p:sp>
        <p:nvSpPr>
          <p:cNvPr id="16" name="Shape 14"/>
          <p:cNvSpPr/>
          <p:nvPr/>
        </p:nvSpPr>
        <p:spPr>
          <a:xfrm>
            <a:off x="10789920" y="256032"/>
            <a:ext cx="32004" cy="32004"/>
          </a:xfrm>
          <a:prstGeom prst="ellipse">
            <a:avLst/>
          </a:prstGeom>
          <a:solidFill>
            <a:srgbClr val="00C2FF">
              <a:alpha val="45000"/>
            </a:srgbClr>
          </a:solidFill>
          <a:ln/>
        </p:spPr>
        <p:txBody>
          <a:bodyPr/>
          <a:lstStyle/>
          <a:p>
            <a:endParaRPr lang="en-IN"/>
          </a:p>
        </p:txBody>
      </p:sp>
      <p:sp>
        <p:nvSpPr>
          <p:cNvPr id="17" name="Shape 15"/>
          <p:cNvSpPr/>
          <p:nvPr/>
        </p:nvSpPr>
        <p:spPr>
          <a:xfrm>
            <a:off x="11658600" y="256032"/>
            <a:ext cx="32004" cy="32004"/>
          </a:xfrm>
          <a:prstGeom prst="ellipse">
            <a:avLst/>
          </a:prstGeom>
          <a:solidFill>
            <a:srgbClr val="00C2FF">
              <a:alpha val="45000"/>
            </a:srgbClr>
          </a:solidFill>
          <a:ln/>
        </p:spPr>
        <p:txBody>
          <a:bodyPr/>
          <a:lstStyle/>
          <a:p>
            <a:endParaRPr lang="en-IN"/>
          </a:p>
        </p:txBody>
      </p:sp>
      <p:sp>
        <p:nvSpPr>
          <p:cNvPr id="18" name="Shape 16"/>
          <p:cNvSpPr/>
          <p:nvPr/>
        </p:nvSpPr>
        <p:spPr>
          <a:xfrm>
            <a:off x="365760" y="6601968"/>
            <a:ext cx="32004" cy="32004"/>
          </a:xfrm>
          <a:prstGeom prst="ellipse">
            <a:avLst/>
          </a:prstGeom>
          <a:solidFill>
            <a:srgbClr val="00C2FF">
              <a:alpha val="45000"/>
            </a:srgbClr>
          </a:solidFill>
          <a:ln/>
        </p:spPr>
        <p:txBody>
          <a:bodyPr/>
          <a:lstStyle/>
          <a:p>
            <a:endParaRPr lang="en-IN"/>
          </a:p>
        </p:txBody>
      </p:sp>
      <p:sp>
        <p:nvSpPr>
          <p:cNvPr id="19" name="Shape 17"/>
          <p:cNvSpPr/>
          <p:nvPr/>
        </p:nvSpPr>
        <p:spPr>
          <a:xfrm>
            <a:off x="1234440" y="6601968"/>
            <a:ext cx="32004" cy="32004"/>
          </a:xfrm>
          <a:prstGeom prst="ellipse">
            <a:avLst/>
          </a:prstGeom>
          <a:solidFill>
            <a:srgbClr val="00C2FF">
              <a:alpha val="45000"/>
            </a:srgbClr>
          </a:solidFill>
          <a:ln/>
        </p:spPr>
        <p:txBody>
          <a:bodyPr/>
          <a:lstStyle/>
          <a:p>
            <a:endParaRPr lang="en-IN"/>
          </a:p>
        </p:txBody>
      </p:sp>
      <p:sp>
        <p:nvSpPr>
          <p:cNvPr id="20" name="Shape 18"/>
          <p:cNvSpPr/>
          <p:nvPr/>
        </p:nvSpPr>
        <p:spPr>
          <a:xfrm>
            <a:off x="2103120" y="6601968"/>
            <a:ext cx="32004" cy="32004"/>
          </a:xfrm>
          <a:prstGeom prst="ellipse">
            <a:avLst/>
          </a:prstGeom>
          <a:solidFill>
            <a:srgbClr val="00C2FF">
              <a:alpha val="45000"/>
            </a:srgbClr>
          </a:solidFill>
          <a:ln/>
        </p:spPr>
        <p:txBody>
          <a:bodyPr/>
          <a:lstStyle/>
          <a:p>
            <a:endParaRPr lang="en-IN"/>
          </a:p>
        </p:txBody>
      </p:sp>
      <p:sp>
        <p:nvSpPr>
          <p:cNvPr id="21" name="Shape 19"/>
          <p:cNvSpPr/>
          <p:nvPr/>
        </p:nvSpPr>
        <p:spPr>
          <a:xfrm>
            <a:off x="2971800" y="6601968"/>
            <a:ext cx="32004" cy="32004"/>
          </a:xfrm>
          <a:prstGeom prst="ellipse">
            <a:avLst/>
          </a:prstGeom>
          <a:solidFill>
            <a:srgbClr val="00C2FF">
              <a:alpha val="45000"/>
            </a:srgbClr>
          </a:solidFill>
          <a:ln/>
        </p:spPr>
        <p:txBody>
          <a:bodyPr/>
          <a:lstStyle/>
          <a:p>
            <a:endParaRPr lang="en-IN"/>
          </a:p>
        </p:txBody>
      </p:sp>
      <p:sp>
        <p:nvSpPr>
          <p:cNvPr id="22" name="Shape 20"/>
          <p:cNvSpPr/>
          <p:nvPr/>
        </p:nvSpPr>
        <p:spPr>
          <a:xfrm>
            <a:off x="3840480" y="6601968"/>
            <a:ext cx="32004" cy="32004"/>
          </a:xfrm>
          <a:prstGeom prst="ellipse">
            <a:avLst/>
          </a:prstGeom>
          <a:solidFill>
            <a:srgbClr val="00C2FF">
              <a:alpha val="45000"/>
            </a:srgbClr>
          </a:solidFill>
          <a:ln/>
        </p:spPr>
        <p:txBody>
          <a:bodyPr/>
          <a:lstStyle/>
          <a:p>
            <a:endParaRPr lang="en-IN"/>
          </a:p>
        </p:txBody>
      </p:sp>
      <p:sp>
        <p:nvSpPr>
          <p:cNvPr id="23" name="Shape 21"/>
          <p:cNvSpPr/>
          <p:nvPr/>
        </p:nvSpPr>
        <p:spPr>
          <a:xfrm>
            <a:off x="4709160" y="6601968"/>
            <a:ext cx="32004" cy="32004"/>
          </a:xfrm>
          <a:prstGeom prst="ellipse">
            <a:avLst/>
          </a:prstGeom>
          <a:solidFill>
            <a:srgbClr val="00C2FF">
              <a:alpha val="45000"/>
            </a:srgbClr>
          </a:solidFill>
          <a:ln/>
        </p:spPr>
        <p:txBody>
          <a:bodyPr/>
          <a:lstStyle/>
          <a:p>
            <a:endParaRPr lang="en-IN"/>
          </a:p>
        </p:txBody>
      </p:sp>
      <p:sp>
        <p:nvSpPr>
          <p:cNvPr id="24" name="Shape 22"/>
          <p:cNvSpPr/>
          <p:nvPr/>
        </p:nvSpPr>
        <p:spPr>
          <a:xfrm>
            <a:off x="5577840" y="6601968"/>
            <a:ext cx="32004" cy="32004"/>
          </a:xfrm>
          <a:prstGeom prst="ellipse">
            <a:avLst/>
          </a:prstGeom>
          <a:solidFill>
            <a:srgbClr val="00C2FF">
              <a:alpha val="45000"/>
            </a:srgbClr>
          </a:solidFill>
          <a:ln/>
        </p:spPr>
        <p:txBody>
          <a:bodyPr/>
          <a:lstStyle/>
          <a:p>
            <a:endParaRPr lang="en-IN"/>
          </a:p>
        </p:txBody>
      </p:sp>
      <p:sp>
        <p:nvSpPr>
          <p:cNvPr id="25" name="Shape 23"/>
          <p:cNvSpPr/>
          <p:nvPr/>
        </p:nvSpPr>
        <p:spPr>
          <a:xfrm>
            <a:off x="6446520" y="6601968"/>
            <a:ext cx="32004" cy="32004"/>
          </a:xfrm>
          <a:prstGeom prst="ellipse">
            <a:avLst/>
          </a:prstGeom>
          <a:solidFill>
            <a:srgbClr val="00C2FF">
              <a:alpha val="45000"/>
            </a:srgbClr>
          </a:solidFill>
          <a:ln/>
        </p:spPr>
        <p:txBody>
          <a:bodyPr/>
          <a:lstStyle/>
          <a:p>
            <a:endParaRPr lang="en-IN"/>
          </a:p>
        </p:txBody>
      </p:sp>
      <p:sp>
        <p:nvSpPr>
          <p:cNvPr id="26" name="Shape 24"/>
          <p:cNvSpPr/>
          <p:nvPr/>
        </p:nvSpPr>
        <p:spPr>
          <a:xfrm>
            <a:off x="7315200" y="6601968"/>
            <a:ext cx="32004" cy="32004"/>
          </a:xfrm>
          <a:prstGeom prst="ellipse">
            <a:avLst/>
          </a:prstGeom>
          <a:solidFill>
            <a:srgbClr val="00C2FF">
              <a:alpha val="45000"/>
            </a:srgbClr>
          </a:solidFill>
          <a:ln/>
        </p:spPr>
        <p:txBody>
          <a:bodyPr/>
          <a:lstStyle/>
          <a:p>
            <a:endParaRPr lang="en-IN"/>
          </a:p>
        </p:txBody>
      </p:sp>
      <p:sp>
        <p:nvSpPr>
          <p:cNvPr id="27" name="Shape 25"/>
          <p:cNvSpPr/>
          <p:nvPr/>
        </p:nvSpPr>
        <p:spPr>
          <a:xfrm>
            <a:off x="8183880" y="6601968"/>
            <a:ext cx="32004" cy="32004"/>
          </a:xfrm>
          <a:prstGeom prst="ellipse">
            <a:avLst/>
          </a:prstGeom>
          <a:solidFill>
            <a:srgbClr val="00C2FF">
              <a:alpha val="45000"/>
            </a:srgbClr>
          </a:solidFill>
          <a:ln/>
        </p:spPr>
        <p:txBody>
          <a:bodyPr/>
          <a:lstStyle/>
          <a:p>
            <a:endParaRPr lang="en-IN"/>
          </a:p>
        </p:txBody>
      </p:sp>
      <p:sp>
        <p:nvSpPr>
          <p:cNvPr id="28" name="Shape 26"/>
          <p:cNvSpPr/>
          <p:nvPr/>
        </p:nvSpPr>
        <p:spPr>
          <a:xfrm>
            <a:off x="9052560" y="6601968"/>
            <a:ext cx="32004" cy="32004"/>
          </a:xfrm>
          <a:prstGeom prst="ellipse">
            <a:avLst/>
          </a:prstGeom>
          <a:solidFill>
            <a:srgbClr val="00C2FF">
              <a:alpha val="45000"/>
            </a:srgbClr>
          </a:solidFill>
          <a:ln/>
        </p:spPr>
        <p:txBody>
          <a:bodyPr/>
          <a:lstStyle/>
          <a:p>
            <a:endParaRPr lang="en-IN"/>
          </a:p>
        </p:txBody>
      </p:sp>
      <p:sp>
        <p:nvSpPr>
          <p:cNvPr id="29" name="Shape 27"/>
          <p:cNvSpPr/>
          <p:nvPr/>
        </p:nvSpPr>
        <p:spPr>
          <a:xfrm>
            <a:off x="9921240" y="6601968"/>
            <a:ext cx="32004" cy="32004"/>
          </a:xfrm>
          <a:prstGeom prst="ellipse">
            <a:avLst/>
          </a:prstGeom>
          <a:solidFill>
            <a:srgbClr val="00C2FF">
              <a:alpha val="45000"/>
            </a:srgbClr>
          </a:solidFill>
          <a:ln/>
        </p:spPr>
        <p:txBody>
          <a:bodyPr/>
          <a:lstStyle/>
          <a:p>
            <a:endParaRPr lang="en-IN"/>
          </a:p>
        </p:txBody>
      </p:sp>
      <p:sp>
        <p:nvSpPr>
          <p:cNvPr id="30" name="Shape 28"/>
          <p:cNvSpPr/>
          <p:nvPr/>
        </p:nvSpPr>
        <p:spPr>
          <a:xfrm>
            <a:off x="10789920" y="6601968"/>
            <a:ext cx="32004" cy="32004"/>
          </a:xfrm>
          <a:prstGeom prst="ellipse">
            <a:avLst/>
          </a:prstGeom>
          <a:solidFill>
            <a:srgbClr val="00C2FF">
              <a:alpha val="45000"/>
            </a:srgbClr>
          </a:solidFill>
          <a:ln/>
        </p:spPr>
        <p:txBody>
          <a:bodyPr/>
          <a:lstStyle/>
          <a:p>
            <a:endParaRPr lang="en-IN"/>
          </a:p>
        </p:txBody>
      </p:sp>
      <p:sp>
        <p:nvSpPr>
          <p:cNvPr id="31" name="Shape 29"/>
          <p:cNvSpPr/>
          <p:nvPr/>
        </p:nvSpPr>
        <p:spPr>
          <a:xfrm>
            <a:off x="11658600" y="6601968"/>
            <a:ext cx="32004" cy="32004"/>
          </a:xfrm>
          <a:prstGeom prst="ellipse">
            <a:avLst/>
          </a:prstGeom>
          <a:solidFill>
            <a:srgbClr val="00C2FF">
              <a:alpha val="45000"/>
            </a:srgbClr>
          </a:solidFill>
          <a:ln/>
        </p:spPr>
        <p:txBody>
          <a:bodyPr/>
          <a:lstStyle/>
          <a:p>
            <a:endParaRPr lang="en-IN"/>
          </a:p>
        </p:txBody>
      </p:sp>
      <p:sp>
        <p:nvSpPr>
          <p:cNvPr id="32" name="Text 30"/>
          <p:cNvSpPr/>
          <p:nvPr/>
        </p:nvSpPr>
        <p:spPr>
          <a:xfrm>
            <a:off x="548640" y="384048"/>
            <a:ext cx="7315200" cy="274320"/>
          </a:xfrm>
          <a:prstGeom prst="rect">
            <a:avLst/>
          </a:prstGeom>
          <a:noFill/>
          <a:ln/>
        </p:spPr>
        <p:txBody>
          <a:bodyPr wrap="square" rtlCol="0" anchor="ctr"/>
          <a:lstStyle/>
          <a:p>
            <a:pPr marL="0" indent="0">
              <a:buNone/>
            </a:pPr>
            <a:r>
              <a:rPr lang="en-US" sz="1100" b="1" kern="0" spc="200" dirty="0">
                <a:solidFill>
                  <a:srgbClr val="00C2FF"/>
                </a:solidFill>
                <a:latin typeface="Poppins" pitchFamily="34" charset="0"/>
                <a:ea typeface="Poppins" pitchFamily="34" charset="-122"/>
                <a:cs typeface="Poppins" pitchFamily="34" charset="-120"/>
              </a:rPr>
              <a:t>ROLLOUT</a:t>
            </a:r>
            <a:endParaRPr lang="en-US" sz="1100" dirty="0"/>
          </a:p>
        </p:txBody>
      </p:sp>
      <p:sp>
        <p:nvSpPr>
          <p:cNvPr id="33" name="Text 31"/>
          <p:cNvSpPr/>
          <p:nvPr/>
        </p:nvSpPr>
        <p:spPr>
          <a:xfrm>
            <a:off x="548640" y="658368"/>
            <a:ext cx="10515600" cy="640080"/>
          </a:xfrm>
          <a:prstGeom prst="rect">
            <a:avLst/>
          </a:prstGeom>
          <a:noFill/>
          <a:ln/>
        </p:spPr>
        <p:txBody>
          <a:bodyPr wrap="square" rtlCol="0" anchor="ctr"/>
          <a:lstStyle/>
          <a:p>
            <a:pPr marL="0" indent="0">
              <a:buNone/>
            </a:pPr>
            <a:r>
              <a:rPr lang="en-US" sz="3000" b="1" dirty="0">
                <a:solidFill>
                  <a:srgbClr val="FFFFFF"/>
                </a:solidFill>
                <a:latin typeface="Montserrat" pitchFamily="34" charset="0"/>
                <a:ea typeface="Montserrat" pitchFamily="34" charset="-122"/>
                <a:cs typeface="Montserrat" pitchFamily="34" charset="-120"/>
              </a:rPr>
              <a:t>Scalability &amp; Business Impact</a:t>
            </a:r>
            <a:endParaRPr lang="en-US" sz="3000" dirty="0"/>
          </a:p>
        </p:txBody>
      </p:sp>
      <p:sp>
        <p:nvSpPr>
          <p:cNvPr id="34" name="Shape 32"/>
          <p:cNvSpPr/>
          <p:nvPr/>
        </p:nvSpPr>
        <p:spPr>
          <a:xfrm>
            <a:off x="1874520" y="4160520"/>
            <a:ext cx="1737360" cy="658368"/>
          </a:xfrm>
          <a:prstGeom prst="roundRect">
            <a:avLst>
              <a:gd name="adj" fmla="val 12500"/>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sp>
        <p:nvSpPr>
          <p:cNvPr id="35" name="Text 33"/>
          <p:cNvSpPr/>
          <p:nvPr/>
        </p:nvSpPr>
        <p:spPr>
          <a:xfrm>
            <a:off x="1874520" y="4160520"/>
            <a:ext cx="1737360" cy="658368"/>
          </a:xfrm>
          <a:prstGeom prst="rect">
            <a:avLst/>
          </a:prstGeom>
          <a:noFill/>
          <a:ln/>
        </p:spPr>
        <p:txBody>
          <a:bodyPr wrap="square" rtlCol="0" anchor="ctr"/>
          <a:lstStyle/>
          <a:p>
            <a:pPr marL="0" indent="0" algn="ctr">
              <a:buNone/>
            </a:pPr>
            <a:r>
              <a:rPr lang="en-US" sz="1300" b="1" dirty="0">
                <a:solidFill>
                  <a:srgbClr val="FFFFFF"/>
                </a:solidFill>
                <a:latin typeface="Poppins" pitchFamily="34" charset="0"/>
                <a:ea typeface="Poppins" pitchFamily="34" charset="-122"/>
                <a:cs typeface="Poppins" pitchFamily="34" charset="-120"/>
              </a:rPr>
              <a:t>Branch</a:t>
            </a:r>
            <a:endParaRPr lang="en-US" sz="1300" dirty="0"/>
          </a:p>
        </p:txBody>
      </p:sp>
      <p:sp>
        <p:nvSpPr>
          <p:cNvPr id="36" name="Shape 34"/>
          <p:cNvSpPr/>
          <p:nvPr/>
        </p:nvSpPr>
        <p:spPr>
          <a:xfrm>
            <a:off x="1463040" y="3337560"/>
            <a:ext cx="2560320" cy="658368"/>
          </a:xfrm>
          <a:prstGeom prst="roundRect">
            <a:avLst>
              <a:gd name="adj" fmla="val 12500"/>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sp>
        <p:nvSpPr>
          <p:cNvPr id="37" name="Text 35"/>
          <p:cNvSpPr/>
          <p:nvPr/>
        </p:nvSpPr>
        <p:spPr>
          <a:xfrm>
            <a:off x="1463040" y="3337560"/>
            <a:ext cx="2560320" cy="658368"/>
          </a:xfrm>
          <a:prstGeom prst="rect">
            <a:avLst/>
          </a:prstGeom>
          <a:noFill/>
          <a:ln/>
        </p:spPr>
        <p:txBody>
          <a:bodyPr wrap="square" rtlCol="0" anchor="ctr"/>
          <a:lstStyle/>
          <a:p>
            <a:pPr marL="0" indent="0" algn="ctr">
              <a:buNone/>
            </a:pPr>
            <a:r>
              <a:rPr lang="en-US" sz="1300" b="1" dirty="0">
                <a:solidFill>
                  <a:srgbClr val="FFFFFF"/>
                </a:solidFill>
                <a:latin typeface="Poppins" pitchFamily="34" charset="0"/>
                <a:ea typeface="Poppins" pitchFamily="34" charset="-122"/>
                <a:cs typeface="Poppins" pitchFamily="34" charset="-120"/>
              </a:rPr>
              <a:t>Regional Office</a:t>
            </a:r>
            <a:endParaRPr lang="en-US" sz="1300" dirty="0"/>
          </a:p>
        </p:txBody>
      </p:sp>
      <p:sp>
        <p:nvSpPr>
          <p:cNvPr id="38" name="Shape 36"/>
          <p:cNvSpPr/>
          <p:nvPr/>
        </p:nvSpPr>
        <p:spPr>
          <a:xfrm>
            <a:off x="1051560" y="2514600"/>
            <a:ext cx="3383280" cy="658368"/>
          </a:xfrm>
          <a:prstGeom prst="roundRect">
            <a:avLst>
              <a:gd name="adj" fmla="val 12500"/>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sp>
        <p:nvSpPr>
          <p:cNvPr id="39" name="Text 37"/>
          <p:cNvSpPr/>
          <p:nvPr/>
        </p:nvSpPr>
        <p:spPr>
          <a:xfrm>
            <a:off x="1051560" y="2514600"/>
            <a:ext cx="3383280" cy="658368"/>
          </a:xfrm>
          <a:prstGeom prst="rect">
            <a:avLst/>
          </a:prstGeom>
          <a:noFill/>
          <a:ln/>
        </p:spPr>
        <p:txBody>
          <a:bodyPr wrap="square" rtlCol="0" anchor="ctr"/>
          <a:lstStyle/>
          <a:p>
            <a:pPr marL="0" indent="0" algn="ctr">
              <a:buNone/>
            </a:pPr>
            <a:r>
              <a:rPr lang="en-US" sz="1300" b="1" dirty="0">
                <a:solidFill>
                  <a:srgbClr val="FFFFFF"/>
                </a:solidFill>
                <a:latin typeface="Poppins" pitchFamily="34" charset="0"/>
                <a:ea typeface="Poppins" pitchFamily="34" charset="-122"/>
                <a:cs typeface="Poppins" pitchFamily="34" charset="-120"/>
              </a:rPr>
              <a:t>Head Office</a:t>
            </a:r>
            <a:endParaRPr lang="en-US" sz="1300" dirty="0"/>
          </a:p>
        </p:txBody>
      </p:sp>
      <p:sp>
        <p:nvSpPr>
          <p:cNvPr id="40" name="Shape 38"/>
          <p:cNvSpPr/>
          <p:nvPr/>
        </p:nvSpPr>
        <p:spPr>
          <a:xfrm>
            <a:off x="640080" y="1691640"/>
            <a:ext cx="4206240" cy="658368"/>
          </a:xfrm>
          <a:prstGeom prst="roundRect">
            <a:avLst>
              <a:gd name="adj" fmla="val 12500"/>
            </a:avLst>
          </a:prstGeom>
          <a:solidFill>
            <a:srgbClr val="0F3A4A">
              <a:alpha val="92000"/>
            </a:srgbClr>
          </a:solidFill>
          <a:ln w="12700">
            <a:solidFill>
              <a:srgbClr val="00C2FF"/>
            </a:solidFill>
            <a:prstDash val="solid"/>
          </a:ln>
          <a:effectLst>
            <a:outerShdw blurRad="101600" dist="38100" dir="5400000" algn="bl" rotWithShape="0">
              <a:srgbClr val="000000">
                <a:alpha val="35000"/>
              </a:srgbClr>
            </a:outerShdw>
          </a:effectLst>
        </p:spPr>
        <p:txBody>
          <a:bodyPr/>
          <a:lstStyle/>
          <a:p>
            <a:endParaRPr lang="en-IN"/>
          </a:p>
        </p:txBody>
      </p:sp>
      <p:sp>
        <p:nvSpPr>
          <p:cNvPr id="41" name="Text 39"/>
          <p:cNvSpPr/>
          <p:nvPr/>
        </p:nvSpPr>
        <p:spPr>
          <a:xfrm>
            <a:off x="640080" y="1691640"/>
            <a:ext cx="4206240" cy="658368"/>
          </a:xfrm>
          <a:prstGeom prst="rect">
            <a:avLst/>
          </a:prstGeom>
          <a:noFill/>
          <a:ln/>
        </p:spPr>
        <p:txBody>
          <a:bodyPr wrap="square" rtlCol="0" anchor="ctr"/>
          <a:lstStyle/>
          <a:p>
            <a:pPr marL="0" indent="0" algn="ctr">
              <a:buNone/>
            </a:pPr>
            <a:r>
              <a:rPr lang="en-US" sz="1300" b="1" dirty="0">
                <a:solidFill>
                  <a:srgbClr val="FFFFFF"/>
                </a:solidFill>
                <a:latin typeface="Poppins" pitchFamily="34" charset="0"/>
                <a:ea typeface="Poppins" pitchFamily="34" charset="-122"/>
                <a:cs typeface="Poppins" pitchFamily="34" charset="-120"/>
              </a:rPr>
              <a:t>National Deployment</a:t>
            </a:r>
            <a:endParaRPr lang="en-US" sz="1300" dirty="0"/>
          </a:p>
        </p:txBody>
      </p:sp>
      <p:sp>
        <p:nvSpPr>
          <p:cNvPr id="42" name="Shape 40"/>
          <p:cNvSpPr/>
          <p:nvPr/>
        </p:nvSpPr>
        <p:spPr>
          <a:xfrm>
            <a:off x="5760720" y="1691640"/>
            <a:ext cx="5760720" cy="685800"/>
          </a:xfrm>
          <a:prstGeom prst="roundRect">
            <a:avLst>
              <a:gd name="adj" fmla="val 12000"/>
            </a:avLst>
          </a:prstGeom>
          <a:solidFill>
            <a:srgbClr val="16213E">
              <a:alpha val="92000"/>
            </a:srgbClr>
          </a:solidFill>
          <a:ln w="12700">
            <a:solidFill>
              <a:srgbClr val="2C3D63"/>
            </a:solidFill>
            <a:prstDash val="solid"/>
          </a:ln>
        </p:spPr>
        <p:txBody>
          <a:bodyPr/>
          <a:lstStyle/>
          <a:p>
            <a:endParaRPr lang="en-IN"/>
          </a:p>
        </p:txBody>
      </p:sp>
      <p:pic>
        <p:nvPicPr>
          <p:cNvPr id="43" name="Image 0" descr="/home/claude/insight_deck/icons/target_cyan.png"/>
          <p:cNvPicPr>
            <a:picLocks noChangeAspect="1"/>
          </p:cNvPicPr>
          <p:nvPr/>
        </p:nvPicPr>
        <p:blipFill>
          <a:blip r:embed="rId3"/>
          <a:stretch>
            <a:fillRect/>
          </a:stretch>
        </p:blipFill>
        <p:spPr>
          <a:xfrm>
            <a:off x="5984748" y="1869948"/>
            <a:ext cx="338328" cy="338328"/>
          </a:xfrm>
          <a:prstGeom prst="rect">
            <a:avLst/>
          </a:prstGeom>
        </p:spPr>
      </p:pic>
      <p:sp>
        <p:nvSpPr>
          <p:cNvPr id="44" name="Text 41"/>
          <p:cNvSpPr/>
          <p:nvPr/>
        </p:nvSpPr>
        <p:spPr>
          <a:xfrm>
            <a:off x="6537960" y="1691640"/>
            <a:ext cx="4846320" cy="685800"/>
          </a:xfrm>
          <a:prstGeom prst="rect">
            <a:avLst/>
          </a:prstGeom>
          <a:noFill/>
          <a:ln/>
        </p:spPr>
        <p:txBody>
          <a:bodyPr wrap="square" rtlCol="0" anchor="ctr"/>
          <a:lstStyle/>
          <a:p>
            <a:pPr marL="0" indent="0">
              <a:buNone/>
            </a:pPr>
            <a:r>
              <a:rPr lang="en-US" sz="1450" b="1" dirty="0">
                <a:solidFill>
                  <a:srgbClr val="FFFFFF"/>
                </a:solidFill>
                <a:latin typeface="Poppins" pitchFamily="34" charset="0"/>
                <a:ea typeface="Poppins" pitchFamily="34" charset="-122"/>
                <a:cs typeface="Poppins" pitchFamily="34" charset="-120"/>
              </a:rPr>
              <a:t>Reduced Insider Risk</a:t>
            </a:r>
            <a:endParaRPr lang="en-US" sz="1450" dirty="0"/>
          </a:p>
        </p:txBody>
      </p:sp>
      <p:sp>
        <p:nvSpPr>
          <p:cNvPr id="45" name="Shape 42"/>
          <p:cNvSpPr/>
          <p:nvPr/>
        </p:nvSpPr>
        <p:spPr>
          <a:xfrm>
            <a:off x="5760720" y="2532888"/>
            <a:ext cx="5760720" cy="685800"/>
          </a:xfrm>
          <a:prstGeom prst="roundRect">
            <a:avLst>
              <a:gd name="adj" fmla="val 12000"/>
            </a:avLst>
          </a:prstGeom>
          <a:solidFill>
            <a:srgbClr val="16213E">
              <a:alpha val="92000"/>
            </a:srgbClr>
          </a:solidFill>
          <a:ln w="12700">
            <a:solidFill>
              <a:srgbClr val="2C3D63"/>
            </a:solidFill>
            <a:prstDash val="solid"/>
          </a:ln>
        </p:spPr>
        <p:txBody>
          <a:bodyPr/>
          <a:lstStyle/>
          <a:p>
            <a:endParaRPr lang="en-IN"/>
          </a:p>
        </p:txBody>
      </p:sp>
      <p:pic>
        <p:nvPicPr>
          <p:cNvPr id="46" name="Image 1" descr="/home/claude/insight_deck/icons/zap_cyan.png"/>
          <p:cNvPicPr>
            <a:picLocks noChangeAspect="1"/>
          </p:cNvPicPr>
          <p:nvPr/>
        </p:nvPicPr>
        <p:blipFill>
          <a:blip r:embed="rId4"/>
          <a:stretch>
            <a:fillRect/>
          </a:stretch>
        </p:blipFill>
        <p:spPr>
          <a:xfrm>
            <a:off x="5984748" y="2711196"/>
            <a:ext cx="338328" cy="338328"/>
          </a:xfrm>
          <a:prstGeom prst="rect">
            <a:avLst/>
          </a:prstGeom>
        </p:spPr>
      </p:pic>
      <p:sp>
        <p:nvSpPr>
          <p:cNvPr id="47" name="Text 43"/>
          <p:cNvSpPr/>
          <p:nvPr/>
        </p:nvSpPr>
        <p:spPr>
          <a:xfrm>
            <a:off x="6537960" y="2532888"/>
            <a:ext cx="4846320" cy="685800"/>
          </a:xfrm>
          <a:prstGeom prst="rect">
            <a:avLst/>
          </a:prstGeom>
          <a:noFill/>
          <a:ln/>
        </p:spPr>
        <p:txBody>
          <a:bodyPr wrap="square" rtlCol="0" anchor="ctr"/>
          <a:lstStyle/>
          <a:p>
            <a:pPr marL="0" indent="0">
              <a:buNone/>
            </a:pPr>
            <a:r>
              <a:rPr lang="en-US" sz="1450" b="1" dirty="0">
                <a:solidFill>
                  <a:srgbClr val="FFFFFF"/>
                </a:solidFill>
                <a:latin typeface="Poppins" pitchFamily="34" charset="0"/>
                <a:ea typeface="Poppins" pitchFamily="34" charset="-122"/>
                <a:cs typeface="Poppins" pitchFamily="34" charset="-120"/>
              </a:rPr>
              <a:t>Faster Investigation</a:t>
            </a:r>
            <a:endParaRPr lang="en-US" sz="1450" dirty="0"/>
          </a:p>
        </p:txBody>
      </p:sp>
      <p:sp>
        <p:nvSpPr>
          <p:cNvPr id="48" name="Shape 44"/>
          <p:cNvSpPr/>
          <p:nvPr/>
        </p:nvSpPr>
        <p:spPr>
          <a:xfrm>
            <a:off x="5760720" y="3374136"/>
            <a:ext cx="5760720" cy="685800"/>
          </a:xfrm>
          <a:prstGeom prst="roundRect">
            <a:avLst>
              <a:gd name="adj" fmla="val 12000"/>
            </a:avLst>
          </a:prstGeom>
          <a:solidFill>
            <a:srgbClr val="16213E">
              <a:alpha val="92000"/>
            </a:srgbClr>
          </a:solidFill>
          <a:ln w="12700">
            <a:solidFill>
              <a:srgbClr val="2C3D63"/>
            </a:solidFill>
            <a:prstDash val="solid"/>
          </a:ln>
        </p:spPr>
        <p:txBody>
          <a:bodyPr/>
          <a:lstStyle/>
          <a:p>
            <a:endParaRPr lang="en-IN"/>
          </a:p>
        </p:txBody>
      </p:sp>
      <p:pic>
        <p:nvPicPr>
          <p:cNvPr id="49" name="Image 2" descr="/home/claude/insight_deck/icons/heart_cyan.png"/>
          <p:cNvPicPr>
            <a:picLocks noChangeAspect="1"/>
          </p:cNvPicPr>
          <p:nvPr/>
        </p:nvPicPr>
        <p:blipFill>
          <a:blip r:embed="rId5"/>
          <a:stretch>
            <a:fillRect/>
          </a:stretch>
        </p:blipFill>
        <p:spPr>
          <a:xfrm>
            <a:off x="5984748" y="3552444"/>
            <a:ext cx="338328" cy="338328"/>
          </a:xfrm>
          <a:prstGeom prst="rect">
            <a:avLst/>
          </a:prstGeom>
        </p:spPr>
      </p:pic>
      <p:sp>
        <p:nvSpPr>
          <p:cNvPr id="50" name="Text 45"/>
          <p:cNvSpPr/>
          <p:nvPr/>
        </p:nvSpPr>
        <p:spPr>
          <a:xfrm>
            <a:off x="6537960" y="3374136"/>
            <a:ext cx="4846320" cy="685800"/>
          </a:xfrm>
          <a:prstGeom prst="rect">
            <a:avLst/>
          </a:prstGeom>
          <a:noFill/>
          <a:ln/>
        </p:spPr>
        <p:txBody>
          <a:bodyPr wrap="square" rtlCol="0" anchor="ctr"/>
          <a:lstStyle/>
          <a:p>
            <a:pPr marL="0" indent="0">
              <a:buNone/>
            </a:pPr>
            <a:r>
              <a:rPr lang="en-US" sz="1450" b="1" dirty="0">
                <a:solidFill>
                  <a:srgbClr val="FFFFFF"/>
                </a:solidFill>
                <a:latin typeface="Poppins" pitchFamily="34" charset="0"/>
                <a:cs typeface="Poppins" pitchFamily="34" charset="-120"/>
              </a:rPr>
              <a:t>Stronger Consumer Trust</a:t>
            </a:r>
            <a:endParaRPr lang="en-US" sz="1450" dirty="0"/>
          </a:p>
        </p:txBody>
      </p:sp>
      <p:sp>
        <p:nvSpPr>
          <p:cNvPr id="51" name="Shape 46"/>
          <p:cNvSpPr/>
          <p:nvPr/>
        </p:nvSpPr>
        <p:spPr>
          <a:xfrm>
            <a:off x="5760720" y="4215384"/>
            <a:ext cx="5760720" cy="685800"/>
          </a:xfrm>
          <a:prstGeom prst="roundRect">
            <a:avLst>
              <a:gd name="adj" fmla="val 12000"/>
            </a:avLst>
          </a:prstGeom>
          <a:solidFill>
            <a:srgbClr val="16213E">
              <a:alpha val="92000"/>
            </a:srgbClr>
          </a:solidFill>
          <a:ln w="12700">
            <a:solidFill>
              <a:srgbClr val="2C3D63"/>
            </a:solidFill>
            <a:prstDash val="solid"/>
          </a:ln>
        </p:spPr>
        <p:txBody>
          <a:bodyPr/>
          <a:lstStyle/>
          <a:p>
            <a:endParaRPr lang="en-IN"/>
          </a:p>
        </p:txBody>
      </p:sp>
      <p:pic>
        <p:nvPicPr>
          <p:cNvPr id="52" name="Image 3" descr="/home/claude/insight_deck/icons/shield_cyan.png"/>
          <p:cNvPicPr>
            <a:picLocks noChangeAspect="1"/>
          </p:cNvPicPr>
          <p:nvPr/>
        </p:nvPicPr>
        <p:blipFill>
          <a:blip r:embed="rId6"/>
          <a:stretch>
            <a:fillRect/>
          </a:stretch>
        </p:blipFill>
        <p:spPr>
          <a:xfrm>
            <a:off x="5984748" y="4393692"/>
            <a:ext cx="338328" cy="338328"/>
          </a:xfrm>
          <a:prstGeom prst="rect">
            <a:avLst/>
          </a:prstGeom>
        </p:spPr>
      </p:pic>
      <p:sp>
        <p:nvSpPr>
          <p:cNvPr id="53" name="Text 47"/>
          <p:cNvSpPr/>
          <p:nvPr/>
        </p:nvSpPr>
        <p:spPr>
          <a:xfrm>
            <a:off x="6537960" y="4215384"/>
            <a:ext cx="4846320" cy="685800"/>
          </a:xfrm>
          <a:prstGeom prst="rect">
            <a:avLst/>
          </a:prstGeom>
          <a:noFill/>
          <a:ln/>
        </p:spPr>
        <p:txBody>
          <a:bodyPr wrap="square" rtlCol="0" anchor="ctr"/>
          <a:lstStyle/>
          <a:p>
            <a:pPr marL="0" indent="0">
              <a:buNone/>
            </a:pPr>
            <a:r>
              <a:rPr lang="en-US" sz="1450" b="1" dirty="0">
                <a:solidFill>
                  <a:srgbClr val="FFFFFF"/>
                </a:solidFill>
                <a:latin typeface="Poppins" pitchFamily="34" charset="0"/>
                <a:cs typeface="Poppins" pitchFamily="34" charset="-120"/>
              </a:rPr>
              <a:t>Fewer False Positives</a:t>
            </a:r>
            <a:endParaRPr lang="en-US" sz="1450" dirty="0"/>
          </a:p>
        </p:txBody>
      </p:sp>
      <p:sp>
        <p:nvSpPr>
          <p:cNvPr id="54" name="Shape 48"/>
          <p:cNvSpPr/>
          <p:nvPr/>
        </p:nvSpPr>
        <p:spPr>
          <a:xfrm>
            <a:off x="5760720" y="5056632"/>
            <a:ext cx="5760720" cy="685800"/>
          </a:xfrm>
          <a:prstGeom prst="roundRect">
            <a:avLst>
              <a:gd name="adj" fmla="val 12000"/>
            </a:avLst>
          </a:prstGeom>
          <a:solidFill>
            <a:srgbClr val="16213E">
              <a:alpha val="92000"/>
            </a:srgbClr>
          </a:solidFill>
          <a:ln w="12700">
            <a:solidFill>
              <a:srgbClr val="2C3D63"/>
            </a:solidFill>
            <a:prstDash val="solid"/>
          </a:ln>
        </p:spPr>
        <p:txBody>
          <a:bodyPr/>
          <a:lstStyle/>
          <a:p>
            <a:endParaRPr lang="en-IN"/>
          </a:p>
        </p:txBody>
      </p:sp>
      <p:pic>
        <p:nvPicPr>
          <p:cNvPr id="55" name="Image 4" descr="/home/claude/insight_deck/icons/barchart_cyan.png"/>
          <p:cNvPicPr>
            <a:picLocks noChangeAspect="1"/>
          </p:cNvPicPr>
          <p:nvPr/>
        </p:nvPicPr>
        <p:blipFill>
          <a:blip r:embed="rId7"/>
          <a:stretch>
            <a:fillRect/>
          </a:stretch>
        </p:blipFill>
        <p:spPr>
          <a:xfrm>
            <a:off x="5984748" y="5234940"/>
            <a:ext cx="338328" cy="338328"/>
          </a:xfrm>
          <a:prstGeom prst="rect">
            <a:avLst/>
          </a:prstGeom>
        </p:spPr>
      </p:pic>
      <p:sp>
        <p:nvSpPr>
          <p:cNvPr id="56" name="Text 49"/>
          <p:cNvSpPr/>
          <p:nvPr/>
        </p:nvSpPr>
        <p:spPr>
          <a:xfrm>
            <a:off x="6537960" y="5056632"/>
            <a:ext cx="4846320" cy="685800"/>
          </a:xfrm>
          <a:prstGeom prst="rect">
            <a:avLst/>
          </a:prstGeom>
          <a:noFill/>
          <a:ln/>
        </p:spPr>
        <p:txBody>
          <a:bodyPr wrap="square" rtlCol="0" anchor="ctr"/>
          <a:lstStyle/>
          <a:p>
            <a:pPr marL="0" indent="0">
              <a:buNone/>
            </a:pPr>
            <a:r>
              <a:rPr lang="en-US" sz="1450" b="1" dirty="0">
                <a:solidFill>
                  <a:srgbClr val="FFFFFF"/>
                </a:solidFill>
                <a:latin typeface="Poppins" pitchFamily="34" charset="0"/>
                <a:ea typeface="Poppins" pitchFamily="34" charset="-122"/>
                <a:cs typeface="Poppins" pitchFamily="34" charset="-120"/>
              </a:rPr>
              <a:t>Better Decision Support</a:t>
            </a:r>
            <a:endParaRPr lang="en-US" sz="1450" dirty="0"/>
          </a:p>
        </p:txBody>
      </p:sp>
      <p:sp>
        <p:nvSpPr>
          <p:cNvPr id="57" name="Text 50"/>
          <p:cNvSpPr/>
          <p:nvPr/>
        </p:nvSpPr>
        <p:spPr>
          <a:xfrm>
            <a:off x="548640" y="6528816"/>
            <a:ext cx="5486400" cy="256032"/>
          </a:xfrm>
          <a:prstGeom prst="rect">
            <a:avLst/>
          </a:prstGeom>
          <a:noFill/>
          <a:ln/>
        </p:spPr>
        <p:txBody>
          <a:bodyPr wrap="square" rtlCol="0" anchor="ctr"/>
          <a:lstStyle/>
          <a:p>
            <a:pPr marL="0" indent="0">
              <a:buNone/>
            </a:pPr>
            <a:r>
              <a:rPr lang="en-US" sz="850" kern="0" spc="120" dirty="0">
                <a:solidFill>
                  <a:srgbClr val="8A94B0"/>
                </a:solidFill>
                <a:latin typeface="Poppins" pitchFamily="34" charset="0"/>
                <a:ea typeface="Poppins" pitchFamily="34" charset="-122"/>
                <a:cs typeface="Poppins" pitchFamily="34" charset="-120"/>
              </a:rPr>
              <a:t>FINSPARK'26  ·  BANK OF MAHARASHTRA</a:t>
            </a:r>
            <a:endParaRPr lang="en-US" sz="850" dirty="0"/>
          </a:p>
        </p:txBody>
      </p:sp>
      <p:sp>
        <p:nvSpPr>
          <p:cNvPr id="58" name="Text 51"/>
          <p:cNvSpPr/>
          <p:nvPr/>
        </p:nvSpPr>
        <p:spPr>
          <a:xfrm>
            <a:off x="11338560" y="6528816"/>
            <a:ext cx="365760" cy="256032"/>
          </a:xfrm>
          <a:prstGeom prst="rect">
            <a:avLst/>
          </a:prstGeom>
          <a:noFill/>
          <a:ln/>
        </p:spPr>
        <p:txBody>
          <a:bodyPr wrap="square" rtlCol="0" anchor="ctr"/>
          <a:lstStyle/>
          <a:p>
            <a:pPr marL="0" indent="0" algn="r">
              <a:buNone/>
            </a:pPr>
            <a:r>
              <a:rPr lang="en-US" sz="900" dirty="0">
                <a:solidFill>
                  <a:srgbClr val="8A94B0"/>
                </a:solidFill>
                <a:latin typeface="IBM Plex Sans" pitchFamily="34" charset="0"/>
              </a:rPr>
              <a:t>09</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0B132B"/>
        </a:solidFill>
        <a:effectLst/>
      </p:bgPr>
    </p:bg>
    <p:spTree>
      <p:nvGrpSpPr>
        <p:cNvPr id="1" name=""/>
        <p:cNvGrpSpPr/>
        <p:nvPr/>
      </p:nvGrpSpPr>
      <p:grpSpPr>
        <a:xfrm>
          <a:off x="0" y="0"/>
          <a:ext cx="0" cy="0"/>
          <a:chOff x="0" y="0"/>
          <a:chExt cx="0" cy="0"/>
        </a:xfrm>
      </p:grpSpPr>
      <p:sp>
        <p:nvSpPr>
          <p:cNvPr id="2" name="Shape 0"/>
          <p:cNvSpPr/>
          <p:nvPr/>
        </p:nvSpPr>
        <p:spPr>
          <a:xfrm>
            <a:off x="9692640" y="-2103120"/>
            <a:ext cx="5029200" cy="5029200"/>
          </a:xfrm>
          <a:prstGeom prst="ellipse">
            <a:avLst/>
          </a:prstGeom>
          <a:solidFill>
            <a:srgbClr val="00C2FF">
              <a:alpha val="8000"/>
            </a:srgbClr>
          </a:solidFill>
          <a:ln/>
        </p:spPr>
        <p:txBody>
          <a:bodyPr/>
          <a:lstStyle/>
          <a:p>
            <a:endParaRPr lang="en-IN"/>
          </a:p>
        </p:txBody>
      </p:sp>
      <p:sp>
        <p:nvSpPr>
          <p:cNvPr id="3" name="Shape 1"/>
          <p:cNvSpPr/>
          <p:nvPr/>
        </p:nvSpPr>
        <p:spPr>
          <a:xfrm>
            <a:off x="-2011680" y="4572000"/>
            <a:ext cx="4754880" cy="4754880"/>
          </a:xfrm>
          <a:prstGeom prst="ellipse">
            <a:avLst/>
          </a:prstGeom>
          <a:solidFill>
            <a:srgbClr val="00C2FF">
              <a:alpha val="6000"/>
            </a:srgbClr>
          </a:solidFill>
          <a:ln/>
        </p:spPr>
        <p:txBody>
          <a:bodyPr/>
          <a:lstStyle/>
          <a:p>
            <a:endParaRPr lang="en-IN"/>
          </a:p>
        </p:txBody>
      </p:sp>
      <p:sp>
        <p:nvSpPr>
          <p:cNvPr id="4" name="Shape 2"/>
          <p:cNvSpPr/>
          <p:nvPr/>
        </p:nvSpPr>
        <p:spPr>
          <a:xfrm>
            <a:off x="365760" y="256032"/>
            <a:ext cx="32004" cy="32004"/>
          </a:xfrm>
          <a:prstGeom prst="ellipse">
            <a:avLst/>
          </a:prstGeom>
          <a:solidFill>
            <a:srgbClr val="00C2FF">
              <a:alpha val="45000"/>
            </a:srgbClr>
          </a:solidFill>
          <a:ln/>
        </p:spPr>
        <p:txBody>
          <a:bodyPr/>
          <a:lstStyle/>
          <a:p>
            <a:endParaRPr lang="en-IN"/>
          </a:p>
        </p:txBody>
      </p:sp>
      <p:sp>
        <p:nvSpPr>
          <p:cNvPr id="5" name="Shape 3"/>
          <p:cNvSpPr/>
          <p:nvPr/>
        </p:nvSpPr>
        <p:spPr>
          <a:xfrm>
            <a:off x="1234440" y="256032"/>
            <a:ext cx="32004" cy="32004"/>
          </a:xfrm>
          <a:prstGeom prst="ellipse">
            <a:avLst/>
          </a:prstGeom>
          <a:solidFill>
            <a:srgbClr val="00C2FF">
              <a:alpha val="45000"/>
            </a:srgbClr>
          </a:solidFill>
          <a:ln/>
        </p:spPr>
        <p:txBody>
          <a:bodyPr/>
          <a:lstStyle/>
          <a:p>
            <a:endParaRPr lang="en-IN"/>
          </a:p>
        </p:txBody>
      </p:sp>
      <p:sp>
        <p:nvSpPr>
          <p:cNvPr id="6" name="Shape 4"/>
          <p:cNvSpPr/>
          <p:nvPr/>
        </p:nvSpPr>
        <p:spPr>
          <a:xfrm>
            <a:off x="2103120" y="256032"/>
            <a:ext cx="32004" cy="32004"/>
          </a:xfrm>
          <a:prstGeom prst="ellipse">
            <a:avLst/>
          </a:prstGeom>
          <a:solidFill>
            <a:srgbClr val="00C2FF">
              <a:alpha val="45000"/>
            </a:srgbClr>
          </a:solidFill>
          <a:ln/>
        </p:spPr>
        <p:txBody>
          <a:bodyPr/>
          <a:lstStyle/>
          <a:p>
            <a:endParaRPr lang="en-IN"/>
          </a:p>
        </p:txBody>
      </p:sp>
      <p:sp>
        <p:nvSpPr>
          <p:cNvPr id="7" name="Shape 5"/>
          <p:cNvSpPr/>
          <p:nvPr/>
        </p:nvSpPr>
        <p:spPr>
          <a:xfrm>
            <a:off x="2971800" y="256032"/>
            <a:ext cx="32004" cy="32004"/>
          </a:xfrm>
          <a:prstGeom prst="ellipse">
            <a:avLst/>
          </a:prstGeom>
          <a:solidFill>
            <a:srgbClr val="00C2FF">
              <a:alpha val="45000"/>
            </a:srgbClr>
          </a:solidFill>
          <a:ln/>
        </p:spPr>
        <p:txBody>
          <a:bodyPr/>
          <a:lstStyle/>
          <a:p>
            <a:endParaRPr lang="en-IN"/>
          </a:p>
        </p:txBody>
      </p:sp>
      <p:sp>
        <p:nvSpPr>
          <p:cNvPr id="8" name="Shape 6"/>
          <p:cNvSpPr/>
          <p:nvPr/>
        </p:nvSpPr>
        <p:spPr>
          <a:xfrm>
            <a:off x="3840480" y="256032"/>
            <a:ext cx="32004" cy="32004"/>
          </a:xfrm>
          <a:prstGeom prst="ellipse">
            <a:avLst/>
          </a:prstGeom>
          <a:solidFill>
            <a:srgbClr val="00C2FF">
              <a:alpha val="45000"/>
            </a:srgbClr>
          </a:solidFill>
          <a:ln/>
        </p:spPr>
        <p:txBody>
          <a:bodyPr/>
          <a:lstStyle/>
          <a:p>
            <a:endParaRPr lang="en-IN"/>
          </a:p>
        </p:txBody>
      </p:sp>
      <p:sp>
        <p:nvSpPr>
          <p:cNvPr id="9" name="Shape 7"/>
          <p:cNvSpPr/>
          <p:nvPr/>
        </p:nvSpPr>
        <p:spPr>
          <a:xfrm>
            <a:off x="4709160" y="256032"/>
            <a:ext cx="32004" cy="32004"/>
          </a:xfrm>
          <a:prstGeom prst="ellipse">
            <a:avLst/>
          </a:prstGeom>
          <a:solidFill>
            <a:srgbClr val="00C2FF">
              <a:alpha val="45000"/>
            </a:srgbClr>
          </a:solidFill>
          <a:ln/>
        </p:spPr>
        <p:txBody>
          <a:bodyPr/>
          <a:lstStyle/>
          <a:p>
            <a:endParaRPr lang="en-IN"/>
          </a:p>
        </p:txBody>
      </p:sp>
      <p:sp>
        <p:nvSpPr>
          <p:cNvPr id="10" name="Shape 8"/>
          <p:cNvSpPr/>
          <p:nvPr/>
        </p:nvSpPr>
        <p:spPr>
          <a:xfrm>
            <a:off x="5577840" y="256032"/>
            <a:ext cx="32004" cy="32004"/>
          </a:xfrm>
          <a:prstGeom prst="ellipse">
            <a:avLst/>
          </a:prstGeom>
          <a:solidFill>
            <a:srgbClr val="00C2FF">
              <a:alpha val="45000"/>
            </a:srgbClr>
          </a:solidFill>
          <a:ln/>
        </p:spPr>
        <p:txBody>
          <a:bodyPr/>
          <a:lstStyle/>
          <a:p>
            <a:endParaRPr lang="en-IN"/>
          </a:p>
        </p:txBody>
      </p:sp>
      <p:sp>
        <p:nvSpPr>
          <p:cNvPr id="11" name="Shape 9"/>
          <p:cNvSpPr/>
          <p:nvPr/>
        </p:nvSpPr>
        <p:spPr>
          <a:xfrm>
            <a:off x="6446520" y="256032"/>
            <a:ext cx="32004" cy="32004"/>
          </a:xfrm>
          <a:prstGeom prst="ellipse">
            <a:avLst/>
          </a:prstGeom>
          <a:solidFill>
            <a:srgbClr val="00C2FF">
              <a:alpha val="45000"/>
            </a:srgbClr>
          </a:solidFill>
          <a:ln/>
        </p:spPr>
        <p:txBody>
          <a:bodyPr/>
          <a:lstStyle/>
          <a:p>
            <a:endParaRPr lang="en-IN"/>
          </a:p>
        </p:txBody>
      </p:sp>
      <p:sp>
        <p:nvSpPr>
          <p:cNvPr id="12" name="Shape 10"/>
          <p:cNvSpPr/>
          <p:nvPr/>
        </p:nvSpPr>
        <p:spPr>
          <a:xfrm>
            <a:off x="7315200" y="256032"/>
            <a:ext cx="32004" cy="32004"/>
          </a:xfrm>
          <a:prstGeom prst="ellipse">
            <a:avLst/>
          </a:prstGeom>
          <a:solidFill>
            <a:srgbClr val="00C2FF">
              <a:alpha val="45000"/>
            </a:srgbClr>
          </a:solidFill>
          <a:ln/>
        </p:spPr>
        <p:txBody>
          <a:bodyPr/>
          <a:lstStyle/>
          <a:p>
            <a:endParaRPr lang="en-IN"/>
          </a:p>
        </p:txBody>
      </p:sp>
      <p:sp>
        <p:nvSpPr>
          <p:cNvPr id="13" name="Shape 11"/>
          <p:cNvSpPr/>
          <p:nvPr/>
        </p:nvSpPr>
        <p:spPr>
          <a:xfrm>
            <a:off x="8183880" y="256032"/>
            <a:ext cx="32004" cy="32004"/>
          </a:xfrm>
          <a:prstGeom prst="ellipse">
            <a:avLst/>
          </a:prstGeom>
          <a:solidFill>
            <a:srgbClr val="00C2FF">
              <a:alpha val="45000"/>
            </a:srgbClr>
          </a:solidFill>
          <a:ln/>
        </p:spPr>
        <p:txBody>
          <a:bodyPr/>
          <a:lstStyle/>
          <a:p>
            <a:endParaRPr lang="en-IN"/>
          </a:p>
        </p:txBody>
      </p:sp>
      <p:sp>
        <p:nvSpPr>
          <p:cNvPr id="14" name="Shape 12"/>
          <p:cNvSpPr/>
          <p:nvPr/>
        </p:nvSpPr>
        <p:spPr>
          <a:xfrm>
            <a:off x="9052560" y="256032"/>
            <a:ext cx="32004" cy="32004"/>
          </a:xfrm>
          <a:prstGeom prst="ellipse">
            <a:avLst/>
          </a:prstGeom>
          <a:solidFill>
            <a:srgbClr val="00C2FF">
              <a:alpha val="45000"/>
            </a:srgbClr>
          </a:solidFill>
          <a:ln/>
        </p:spPr>
        <p:txBody>
          <a:bodyPr/>
          <a:lstStyle/>
          <a:p>
            <a:endParaRPr lang="en-IN"/>
          </a:p>
        </p:txBody>
      </p:sp>
      <p:sp>
        <p:nvSpPr>
          <p:cNvPr id="15" name="Shape 13"/>
          <p:cNvSpPr/>
          <p:nvPr/>
        </p:nvSpPr>
        <p:spPr>
          <a:xfrm>
            <a:off x="9921240" y="256032"/>
            <a:ext cx="32004" cy="32004"/>
          </a:xfrm>
          <a:prstGeom prst="ellipse">
            <a:avLst/>
          </a:prstGeom>
          <a:solidFill>
            <a:srgbClr val="00C2FF">
              <a:alpha val="45000"/>
            </a:srgbClr>
          </a:solidFill>
          <a:ln/>
        </p:spPr>
        <p:txBody>
          <a:bodyPr/>
          <a:lstStyle/>
          <a:p>
            <a:endParaRPr lang="en-IN"/>
          </a:p>
        </p:txBody>
      </p:sp>
      <p:sp>
        <p:nvSpPr>
          <p:cNvPr id="16" name="Shape 14"/>
          <p:cNvSpPr/>
          <p:nvPr/>
        </p:nvSpPr>
        <p:spPr>
          <a:xfrm>
            <a:off x="10789920" y="256032"/>
            <a:ext cx="32004" cy="32004"/>
          </a:xfrm>
          <a:prstGeom prst="ellipse">
            <a:avLst/>
          </a:prstGeom>
          <a:solidFill>
            <a:srgbClr val="00C2FF">
              <a:alpha val="45000"/>
            </a:srgbClr>
          </a:solidFill>
          <a:ln/>
        </p:spPr>
        <p:txBody>
          <a:bodyPr/>
          <a:lstStyle/>
          <a:p>
            <a:endParaRPr lang="en-IN"/>
          </a:p>
        </p:txBody>
      </p:sp>
      <p:sp>
        <p:nvSpPr>
          <p:cNvPr id="17" name="Shape 15"/>
          <p:cNvSpPr/>
          <p:nvPr/>
        </p:nvSpPr>
        <p:spPr>
          <a:xfrm>
            <a:off x="11658600" y="256032"/>
            <a:ext cx="32004" cy="32004"/>
          </a:xfrm>
          <a:prstGeom prst="ellipse">
            <a:avLst/>
          </a:prstGeom>
          <a:solidFill>
            <a:srgbClr val="00C2FF">
              <a:alpha val="45000"/>
            </a:srgbClr>
          </a:solidFill>
          <a:ln/>
        </p:spPr>
        <p:txBody>
          <a:bodyPr/>
          <a:lstStyle/>
          <a:p>
            <a:endParaRPr lang="en-IN"/>
          </a:p>
        </p:txBody>
      </p:sp>
      <p:sp>
        <p:nvSpPr>
          <p:cNvPr id="18" name="Shape 16"/>
          <p:cNvSpPr/>
          <p:nvPr/>
        </p:nvSpPr>
        <p:spPr>
          <a:xfrm>
            <a:off x="365760" y="6601968"/>
            <a:ext cx="32004" cy="32004"/>
          </a:xfrm>
          <a:prstGeom prst="ellipse">
            <a:avLst/>
          </a:prstGeom>
          <a:solidFill>
            <a:srgbClr val="00C2FF">
              <a:alpha val="45000"/>
            </a:srgbClr>
          </a:solidFill>
          <a:ln/>
        </p:spPr>
        <p:txBody>
          <a:bodyPr/>
          <a:lstStyle/>
          <a:p>
            <a:endParaRPr lang="en-IN"/>
          </a:p>
        </p:txBody>
      </p:sp>
      <p:sp>
        <p:nvSpPr>
          <p:cNvPr id="19" name="Shape 17"/>
          <p:cNvSpPr/>
          <p:nvPr/>
        </p:nvSpPr>
        <p:spPr>
          <a:xfrm>
            <a:off x="1234440" y="6601968"/>
            <a:ext cx="32004" cy="32004"/>
          </a:xfrm>
          <a:prstGeom prst="ellipse">
            <a:avLst/>
          </a:prstGeom>
          <a:solidFill>
            <a:srgbClr val="00C2FF">
              <a:alpha val="45000"/>
            </a:srgbClr>
          </a:solidFill>
          <a:ln/>
        </p:spPr>
        <p:txBody>
          <a:bodyPr/>
          <a:lstStyle/>
          <a:p>
            <a:endParaRPr lang="en-IN"/>
          </a:p>
        </p:txBody>
      </p:sp>
      <p:sp>
        <p:nvSpPr>
          <p:cNvPr id="20" name="Shape 18"/>
          <p:cNvSpPr/>
          <p:nvPr/>
        </p:nvSpPr>
        <p:spPr>
          <a:xfrm>
            <a:off x="2103120" y="6601968"/>
            <a:ext cx="32004" cy="32004"/>
          </a:xfrm>
          <a:prstGeom prst="ellipse">
            <a:avLst/>
          </a:prstGeom>
          <a:solidFill>
            <a:srgbClr val="00C2FF">
              <a:alpha val="45000"/>
            </a:srgbClr>
          </a:solidFill>
          <a:ln/>
        </p:spPr>
        <p:txBody>
          <a:bodyPr/>
          <a:lstStyle/>
          <a:p>
            <a:endParaRPr lang="en-IN"/>
          </a:p>
        </p:txBody>
      </p:sp>
      <p:sp>
        <p:nvSpPr>
          <p:cNvPr id="21" name="Shape 19"/>
          <p:cNvSpPr/>
          <p:nvPr/>
        </p:nvSpPr>
        <p:spPr>
          <a:xfrm>
            <a:off x="2971800" y="6601968"/>
            <a:ext cx="32004" cy="32004"/>
          </a:xfrm>
          <a:prstGeom prst="ellipse">
            <a:avLst/>
          </a:prstGeom>
          <a:solidFill>
            <a:srgbClr val="00C2FF">
              <a:alpha val="45000"/>
            </a:srgbClr>
          </a:solidFill>
          <a:ln/>
        </p:spPr>
        <p:txBody>
          <a:bodyPr/>
          <a:lstStyle/>
          <a:p>
            <a:endParaRPr lang="en-IN"/>
          </a:p>
        </p:txBody>
      </p:sp>
      <p:sp>
        <p:nvSpPr>
          <p:cNvPr id="22" name="Shape 20"/>
          <p:cNvSpPr/>
          <p:nvPr/>
        </p:nvSpPr>
        <p:spPr>
          <a:xfrm>
            <a:off x="3840480" y="6601968"/>
            <a:ext cx="32004" cy="32004"/>
          </a:xfrm>
          <a:prstGeom prst="ellipse">
            <a:avLst/>
          </a:prstGeom>
          <a:solidFill>
            <a:srgbClr val="00C2FF">
              <a:alpha val="45000"/>
            </a:srgbClr>
          </a:solidFill>
          <a:ln/>
        </p:spPr>
        <p:txBody>
          <a:bodyPr/>
          <a:lstStyle/>
          <a:p>
            <a:endParaRPr lang="en-IN"/>
          </a:p>
        </p:txBody>
      </p:sp>
      <p:sp>
        <p:nvSpPr>
          <p:cNvPr id="23" name="Shape 21"/>
          <p:cNvSpPr/>
          <p:nvPr/>
        </p:nvSpPr>
        <p:spPr>
          <a:xfrm>
            <a:off x="4709160" y="6601968"/>
            <a:ext cx="32004" cy="32004"/>
          </a:xfrm>
          <a:prstGeom prst="ellipse">
            <a:avLst/>
          </a:prstGeom>
          <a:solidFill>
            <a:srgbClr val="00C2FF">
              <a:alpha val="45000"/>
            </a:srgbClr>
          </a:solidFill>
          <a:ln/>
        </p:spPr>
        <p:txBody>
          <a:bodyPr/>
          <a:lstStyle/>
          <a:p>
            <a:endParaRPr lang="en-IN"/>
          </a:p>
        </p:txBody>
      </p:sp>
      <p:sp>
        <p:nvSpPr>
          <p:cNvPr id="24" name="Shape 22"/>
          <p:cNvSpPr/>
          <p:nvPr/>
        </p:nvSpPr>
        <p:spPr>
          <a:xfrm>
            <a:off x="5577840" y="6601968"/>
            <a:ext cx="32004" cy="32004"/>
          </a:xfrm>
          <a:prstGeom prst="ellipse">
            <a:avLst/>
          </a:prstGeom>
          <a:solidFill>
            <a:srgbClr val="00C2FF">
              <a:alpha val="45000"/>
            </a:srgbClr>
          </a:solidFill>
          <a:ln/>
        </p:spPr>
        <p:txBody>
          <a:bodyPr/>
          <a:lstStyle/>
          <a:p>
            <a:endParaRPr lang="en-IN"/>
          </a:p>
        </p:txBody>
      </p:sp>
      <p:sp>
        <p:nvSpPr>
          <p:cNvPr id="25" name="Shape 23"/>
          <p:cNvSpPr/>
          <p:nvPr/>
        </p:nvSpPr>
        <p:spPr>
          <a:xfrm>
            <a:off x="6446520" y="6601968"/>
            <a:ext cx="32004" cy="32004"/>
          </a:xfrm>
          <a:prstGeom prst="ellipse">
            <a:avLst/>
          </a:prstGeom>
          <a:solidFill>
            <a:srgbClr val="00C2FF">
              <a:alpha val="45000"/>
            </a:srgbClr>
          </a:solidFill>
          <a:ln/>
        </p:spPr>
        <p:txBody>
          <a:bodyPr/>
          <a:lstStyle/>
          <a:p>
            <a:endParaRPr lang="en-IN"/>
          </a:p>
        </p:txBody>
      </p:sp>
      <p:sp>
        <p:nvSpPr>
          <p:cNvPr id="26" name="Shape 24"/>
          <p:cNvSpPr/>
          <p:nvPr/>
        </p:nvSpPr>
        <p:spPr>
          <a:xfrm>
            <a:off x="7315200" y="6601968"/>
            <a:ext cx="32004" cy="32004"/>
          </a:xfrm>
          <a:prstGeom prst="ellipse">
            <a:avLst/>
          </a:prstGeom>
          <a:solidFill>
            <a:srgbClr val="00C2FF">
              <a:alpha val="45000"/>
            </a:srgbClr>
          </a:solidFill>
          <a:ln/>
        </p:spPr>
        <p:txBody>
          <a:bodyPr/>
          <a:lstStyle/>
          <a:p>
            <a:endParaRPr lang="en-IN"/>
          </a:p>
        </p:txBody>
      </p:sp>
      <p:sp>
        <p:nvSpPr>
          <p:cNvPr id="27" name="Shape 25"/>
          <p:cNvSpPr/>
          <p:nvPr/>
        </p:nvSpPr>
        <p:spPr>
          <a:xfrm>
            <a:off x="8183880" y="6601968"/>
            <a:ext cx="32004" cy="32004"/>
          </a:xfrm>
          <a:prstGeom prst="ellipse">
            <a:avLst/>
          </a:prstGeom>
          <a:solidFill>
            <a:srgbClr val="00C2FF">
              <a:alpha val="45000"/>
            </a:srgbClr>
          </a:solidFill>
          <a:ln/>
        </p:spPr>
        <p:txBody>
          <a:bodyPr/>
          <a:lstStyle/>
          <a:p>
            <a:endParaRPr lang="en-IN"/>
          </a:p>
        </p:txBody>
      </p:sp>
      <p:sp>
        <p:nvSpPr>
          <p:cNvPr id="28" name="Shape 26"/>
          <p:cNvSpPr/>
          <p:nvPr/>
        </p:nvSpPr>
        <p:spPr>
          <a:xfrm>
            <a:off x="9052560" y="6601968"/>
            <a:ext cx="32004" cy="32004"/>
          </a:xfrm>
          <a:prstGeom prst="ellipse">
            <a:avLst/>
          </a:prstGeom>
          <a:solidFill>
            <a:srgbClr val="00C2FF">
              <a:alpha val="45000"/>
            </a:srgbClr>
          </a:solidFill>
          <a:ln/>
        </p:spPr>
        <p:txBody>
          <a:bodyPr/>
          <a:lstStyle/>
          <a:p>
            <a:endParaRPr lang="en-IN"/>
          </a:p>
        </p:txBody>
      </p:sp>
      <p:sp>
        <p:nvSpPr>
          <p:cNvPr id="29" name="Shape 27"/>
          <p:cNvSpPr/>
          <p:nvPr/>
        </p:nvSpPr>
        <p:spPr>
          <a:xfrm>
            <a:off x="9921240" y="6601968"/>
            <a:ext cx="32004" cy="32004"/>
          </a:xfrm>
          <a:prstGeom prst="ellipse">
            <a:avLst/>
          </a:prstGeom>
          <a:solidFill>
            <a:srgbClr val="00C2FF">
              <a:alpha val="45000"/>
            </a:srgbClr>
          </a:solidFill>
          <a:ln/>
        </p:spPr>
        <p:txBody>
          <a:bodyPr/>
          <a:lstStyle/>
          <a:p>
            <a:endParaRPr lang="en-IN"/>
          </a:p>
        </p:txBody>
      </p:sp>
      <p:sp>
        <p:nvSpPr>
          <p:cNvPr id="30" name="Shape 28"/>
          <p:cNvSpPr/>
          <p:nvPr/>
        </p:nvSpPr>
        <p:spPr>
          <a:xfrm>
            <a:off x="10789920" y="6601968"/>
            <a:ext cx="32004" cy="32004"/>
          </a:xfrm>
          <a:prstGeom prst="ellipse">
            <a:avLst/>
          </a:prstGeom>
          <a:solidFill>
            <a:srgbClr val="00C2FF">
              <a:alpha val="45000"/>
            </a:srgbClr>
          </a:solidFill>
          <a:ln/>
        </p:spPr>
        <p:txBody>
          <a:bodyPr/>
          <a:lstStyle/>
          <a:p>
            <a:endParaRPr lang="en-IN"/>
          </a:p>
        </p:txBody>
      </p:sp>
      <p:sp>
        <p:nvSpPr>
          <p:cNvPr id="31" name="Shape 29"/>
          <p:cNvSpPr/>
          <p:nvPr/>
        </p:nvSpPr>
        <p:spPr>
          <a:xfrm>
            <a:off x="11658600" y="6601968"/>
            <a:ext cx="32004" cy="32004"/>
          </a:xfrm>
          <a:prstGeom prst="ellipse">
            <a:avLst/>
          </a:prstGeom>
          <a:solidFill>
            <a:srgbClr val="00C2FF">
              <a:alpha val="45000"/>
            </a:srgbClr>
          </a:solidFill>
          <a:ln/>
        </p:spPr>
        <p:txBody>
          <a:bodyPr/>
          <a:lstStyle/>
          <a:p>
            <a:endParaRPr lang="en-IN"/>
          </a:p>
        </p:txBody>
      </p:sp>
      <p:sp>
        <p:nvSpPr>
          <p:cNvPr id="32" name="Text 30"/>
          <p:cNvSpPr/>
          <p:nvPr/>
        </p:nvSpPr>
        <p:spPr>
          <a:xfrm>
            <a:off x="548640" y="384048"/>
            <a:ext cx="7315200" cy="274320"/>
          </a:xfrm>
          <a:prstGeom prst="rect">
            <a:avLst/>
          </a:prstGeom>
          <a:noFill/>
          <a:ln/>
        </p:spPr>
        <p:txBody>
          <a:bodyPr wrap="square" rtlCol="0" anchor="ctr"/>
          <a:lstStyle/>
          <a:p>
            <a:pPr marL="0" indent="0">
              <a:buNone/>
            </a:pPr>
            <a:r>
              <a:rPr lang="en-US" sz="1100" b="1" kern="0" spc="200" dirty="0">
                <a:solidFill>
                  <a:srgbClr val="00C2FF"/>
                </a:solidFill>
                <a:latin typeface="Poppins" pitchFamily="34" charset="0"/>
                <a:ea typeface="Poppins" pitchFamily="34" charset="-122"/>
                <a:cs typeface="Poppins" pitchFamily="34" charset="-120"/>
              </a:rPr>
              <a:t>WHAT'S NEXT</a:t>
            </a:r>
            <a:endParaRPr lang="en-US" sz="1100" dirty="0"/>
          </a:p>
        </p:txBody>
      </p:sp>
      <p:sp>
        <p:nvSpPr>
          <p:cNvPr id="33" name="Text 31"/>
          <p:cNvSpPr/>
          <p:nvPr/>
        </p:nvSpPr>
        <p:spPr>
          <a:xfrm>
            <a:off x="529286" y="761238"/>
            <a:ext cx="10515600" cy="640080"/>
          </a:xfrm>
          <a:prstGeom prst="rect">
            <a:avLst/>
          </a:prstGeom>
          <a:noFill/>
          <a:ln/>
        </p:spPr>
        <p:txBody>
          <a:bodyPr wrap="square" rtlCol="0" anchor="ctr"/>
          <a:lstStyle/>
          <a:p>
            <a:pPr marL="0" indent="0">
              <a:buNone/>
            </a:pPr>
            <a:r>
              <a:rPr lang="en-US" sz="3000" b="1" dirty="0">
                <a:solidFill>
                  <a:srgbClr val="FFFFFF"/>
                </a:solidFill>
                <a:latin typeface="Montserrat" pitchFamily="34" charset="0"/>
              </a:rPr>
              <a:t>Building the Future of Trusted Banking</a:t>
            </a:r>
            <a:endParaRPr lang="en-US" sz="3000" dirty="0"/>
          </a:p>
        </p:txBody>
      </p:sp>
      <p:sp>
        <p:nvSpPr>
          <p:cNvPr id="34" name="Text 32"/>
          <p:cNvSpPr/>
          <p:nvPr/>
        </p:nvSpPr>
        <p:spPr>
          <a:xfrm>
            <a:off x="548640" y="1051560"/>
            <a:ext cx="9144000" cy="320040"/>
          </a:xfrm>
          <a:prstGeom prst="rect">
            <a:avLst/>
          </a:prstGeom>
          <a:noFill/>
          <a:ln/>
        </p:spPr>
        <p:txBody>
          <a:bodyPr wrap="square" rtlCol="0" anchor="ctr"/>
          <a:lstStyle/>
          <a:p>
            <a:pPr marL="0" indent="0">
              <a:buNone/>
            </a:pPr>
            <a:endParaRPr lang="en-US" sz="1250" dirty="0"/>
          </a:p>
        </p:txBody>
      </p:sp>
      <p:sp>
        <p:nvSpPr>
          <p:cNvPr id="35" name="Shape 33"/>
          <p:cNvSpPr/>
          <p:nvPr/>
        </p:nvSpPr>
        <p:spPr>
          <a:xfrm>
            <a:off x="678028" y="2377440"/>
            <a:ext cx="2468880" cy="2651760"/>
          </a:xfrm>
          <a:prstGeom prst="roundRect">
            <a:avLst>
              <a:gd name="adj" fmla="val 3333"/>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sp>
        <p:nvSpPr>
          <p:cNvPr id="36" name="Text 34"/>
          <p:cNvSpPr/>
          <p:nvPr/>
        </p:nvSpPr>
        <p:spPr>
          <a:xfrm>
            <a:off x="860908" y="2560320"/>
            <a:ext cx="2103120" cy="274320"/>
          </a:xfrm>
          <a:prstGeom prst="rect">
            <a:avLst/>
          </a:prstGeom>
          <a:noFill/>
          <a:ln/>
        </p:spPr>
        <p:txBody>
          <a:bodyPr wrap="square" rtlCol="0" anchor="ctr"/>
          <a:lstStyle/>
          <a:p>
            <a:pPr marL="0" indent="0">
              <a:buNone/>
            </a:pPr>
            <a:r>
              <a:rPr lang="en-US" sz="1000" b="1" kern="0" spc="150" dirty="0">
                <a:solidFill>
                  <a:srgbClr val="00C2FF"/>
                </a:solidFill>
                <a:latin typeface="Poppins" pitchFamily="34" charset="0"/>
                <a:ea typeface="Poppins" pitchFamily="34" charset="-122"/>
                <a:cs typeface="Poppins" pitchFamily="34" charset="-120"/>
              </a:rPr>
              <a:t>PHASE 1</a:t>
            </a:r>
            <a:endParaRPr lang="en-US" sz="1000" dirty="0"/>
          </a:p>
        </p:txBody>
      </p:sp>
      <p:pic>
        <p:nvPicPr>
          <p:cNvPr id="37" name="Image 0" descr="/home/claude/insight_deck/icons/search_cyan.png"/>
          <p:cNvPicPr>
            <a:picLocks noChangeAspect="1"/>
          </p:cNvPicPr>
          <p:nvPr/>
        </p:nvPicPr>
        <p:blipFill>
          <a:blip r:embed="rId3"/>
          <a:stretch>
            <a:fillRect/>
          </a:stretch>
        </p:blipFill>
        <p:spPr>
          <a:xfrm>
            <a:off x="1692554" y="3049067"/>
            <a:ext cx="439826" cy="439826"/>
          </a:xfrm>
          <a:prstGeom prst="rect">
            <a:avLst/>
          </a:prstGeom>
        </p:spPr>
      </p:pic>
      <p:sp>
        <p:nvSpPr>
          <p:cNvPr id="38" name="Text 35"/>
          <p:cNvSpPr/>
          <p:nvPr/>
        </p:nvSpPr>
        <p:spPr>
          <a:xfrm>
            <a:off x="860908" y="3749040"/>
            <a:ext cx="2103120" cy="731520"/>
          </a:xfrm>
          <a:prstGeom prst="rect">
            <a:avLst/>
          </a:prstGeom>
          <a:noFill/>
          <a:ln/>
        </p:spPr>
        <p:txBody>
          <a:bodyPr wrap="square" rtlCol="0" anchor="ctr"/>
          <a:lstStyle/>
          <a:p>
            <a:pPr marL="0" indent="0" algn="ctr">
              <a:lnSpc>
                <a:spcPct val="115000"/>
              </a:lnSpc>
              <a:buNone/>
            </a:pPr>
            <a:r>
              <a:rPr lang="en-US" sz="1350" b="1" dirty="0">
                <a:solidFill>
                  <a:srgbClr val="FFFFFF"/>
                </a:solidFill>
                <a:latin typeface="Montserrat" pitchFamily="34" charset="0"/>
                <a:ea typeface="Montserrat" pitchFamily="34" charset="-122"/>
                <a:cs typeface="Montserrat" pitchFamily="34" charset="-120"/>
              </a:rPr>
              <a:t>AI Investigation Assistant</a:t>
            </a:r>
            <a:endParaRPr lang="en-US" sz="1350" dirty="0"/>
          </a:p>
        </p:txBody>
      </p:sp>
      <p:sp>
        <p:nvSpPr>
          <p:cNvPr id="40" name="Text 37"/>
          <p:cNvSpPr/>
          <p:nvPr/>
        </p:nvSpPr>
        <p:spPr>
          <a:xfrm>
            <a:off x="1180948" y="4645152"/>
            <a:ext cx="1463040" cy="256032"/>
          </a:xfrm>
          <a:prstGeom prst="rect">
            <a:avLst/>
          </a:prstGeom>
          <a:noFill/>
          <a:ln/>
        </p:spPr>
        <p:txBody>
          <a:bodyPr wrap="square" rtlCol="0" anchor="ctr"/>
          <a:lstStyle/>
          <a:p>
            <a:pPr marL="0" indent="0" algn="ctr">
              <a:buNone/>
            </a:pPr>
            <a:endParaRPr lang="en-US" sz="850" dirty="0"/>
          </a:p>
        </p:txBody>
      </p:sp>
      <p:sp>
        <p:nvSpPr>
          <p:cNvPr id="41" name="Text 38"/>
          <p:cNvSpPr/>
          <p:nvPr/>
        </p:nvSpPr>
        <p:spPr>
          <a:xfrm>
            <a:off x="3146908" y="3474720"/>
            <a:ext cx="320040" cy="457200"/>
          </a:xfrm>
          <a:prstGeom prst="rect">
            <a:avLst/>
          </a:prstGeom>
          <a:noFill/>
          <a:ln/>
        </p:spPr>
        <p:txBody>
          <a:bodyPr wrap="square" rtlCol="0" anchor="ctr"/>
          <a:lstStyle/>
          <a:p>
            <a:pPr marL="0" indent="0" algn="ctr">
              <a:buNone/>
            </a:pPr>
            <a:r>
              <a:rPr lang="en-US" sz="1800" b="1" dirty="0">
                <a:solidFill>
                  <a:srgbClr val="00C2FF"/>
                </a:solidFill>
                <a:latin typeface="Poppins" pitchFamily="34" charset="0"/>
                <a:ea typeface="Poppins" pitchFamily="34" charset="-122"/>
                <a:cs typeface="Poppins" pitchFamily="34" charset="-120"/>
              </a:rPr>
              <a:t>→</a:t>
            </a:r>
            <a:endParaRPr lang="en-US" sz="1800" dirty="0"/>
          </a:p>
        </p:txBody>
      </p:sp>
      <p:sp>
        <p:nvSpPr>
          <p:cNvPr id="42" name="Shape 39"/>
          <p:cNvSpPr/>
          <p:nvPr/>
        </p:nvSpPr>
        <p:spPr>
          <a:xfrm>
            <a:off x="3466948" y="2377440"/>
            <a:ext cx="2468880" cy="2651760"/>
          </a:xfrm>
          <a:prstGeom prst="roundRect">
            <a:avLst>
              <a:gd name="adj" fmla="val 3333"/>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sp>
        <p:nvSpPr>
          <p:cNvPr id="43" name="Text 40"/>
          <p:cNvSpPr/>
          <p:nvPr/>
        </p:nvSpPr>
        <p:spPr>
          <a:xfrm>
            <a:off x="3649828" y="2560320"/>
            <a:ext cx="2103120" cy="274320"/>
          </a:xfrm>
          <a:prstGeom prst="rect">
            <a:avLst/>
          </a:prstGeom>
          <a:noFill/>
          <a:ln/>
        </p:spPr>
        <p:txBody>
          <a:bodyPr wrap="square" rtlCol="0" anchor="ctr"/>
          <a:lstStyle/>
          <a:p>
            <a:pPr marL="0" indent="0">
              <a:buNone/>
            </a:pPr>
            <a:r>
              <a:rPr lang="en-US" sz="1000" b="1" kern="0" spc="150" dirty="0">
                <a:solidFill>
                  <a:srgbClr val="00C2FF"/>
                </a:solidFill>
                <a:latin typeface="Poppins" pitchFamily="34" charset="0"/>
                <a:ea typeface="Poppins" pitchFamily="34" charset="-122"/>
                <a:cs typeface="Poppins" pitchFamily="34" charset="-120"/>
              </a:rPr>
              <a:t>PHASE 2</a:t>
            </a:r>
            <a:endParaRPr lang="en-US" sz="1000" dirty="0"/>
          </a:p>
        </p:txBody>
      </p:sp>
      <p:pic>
        <p:nvPicPr>
          <p:cNvPr id="44" name="Image 1" descr="/home/claude/insight_deck/icons/activity_cyan.png"/>
          <p:cNvPicPr>
            <a:picLocks noChangeAspect="1"/>
          </p:cNvPicPr>
          <p:nvPr/>
        </p:nvPicPr>
        <p:blipFill>
          <a:blip r:embed="rId4"/>
          <a:stretch>
            <a:fillRect/>
          </a:stretch>
        </p:blipFill>
        <p:spPr>
          <a:xfrm>
            <a:off x="4481474" y="3049067"/>
            <a:ext cx="439826" cy="439826"/>
          </a:xfrm>
          <a:prstGeom prst="rect">
            <a:avLst/>
          </a:prstGeom>
        </p:spPr>
      </p:pic>
      <p:sp>
        <p:nvSpPr>
          <p:cNvPr id="45" name="Text 41"/>
          <p:cNvSpPr/>
          <p:nvPr/>
        </p:nvSpPr>
        <p:spPr>
          <a:xfrm>
            <a:off x="3649828" y="3749040"/>
            <a:ext cx="2103120" cy="731520"/>
          </a:xfrm>
          <a:prstGeom prst="rect">
            <a:avLst/>
          </a:prstGeom>
          <a:noFill/>
          <a:ln/>
        </p:spPr>
        <p:txBody>
          <a:bodyPr wrap="square" rtlCol="0" anchor="ctr"/>
          <a:lstStyle/>
          <a:p>
            <a:pPr marL="0" indent="0" algn="ctr">
              <a:lnSpc>
                <a:spcPct val="115000"/>
              </a:lnSpc>
              <a:buNone/>
            </a:pPr>
            <a:r>
              <a:rPr lang="en-US" sz="1350" b="1" dirty="0" err="1">
                <a:solidFill>
                  <a:srgbClr val="FFFFFF"/>
                </a:solidFill>
                <a:latin typeface="Montserrat" pitchFamily="34" charset="0"/>
                <a:ea typeface="Montserrat" pitchFamily="34" charset="-122"/>
                <a:cs typeface="Montserrat" pitchFamily="34" charset="-120"/>
              </a:rPr>
              <a:t>Behaviour</a:t>
            </a:r>
            <a:r>
              <a:rPr lang="en-US" sz="1350" b="1" dirty="0">
                <a:solidFill>
                  <a:srgbClr val="FFFFFF"/>
                </a:solidFill>
                <a:latin typeface="Montserrat" pitchFamily="34" charset="0"/>
                <a:ea typeface="Montserrat" pitchFamily="34" charset="-122"/>
                <a:cs typeface="Montserrat" pitchFamily="34" charset="-120"/>
              </a:rPr>
              <a:t> Intelligence</a:t>
            </a:r>
            <a:endParaRPr lang="en-US" sz="1350" dirty="0"/>
          </a:p>
        </p:txBody>
      </p:sp>
      <p:sp>
        <p:nvSpPr>
          <p:cNvPr id="47" name="Text 43"/>
          <p:cNvSpPr/>
          <p:nvPr/>
        </p:nvSpPr>
        <p:spPr>
          <a:xfrm>
            <a:off x="3969868" y="4645152"/>
            <a:ext cx="1463040" cy="256032"/>
          </a:xfrm>
          <a:prstGeom prst="rect">
            <a:avLst/>
          </a:prstGeom>
          <a:noFill/>
          <a:ln/>
        </p:spPr>
        <p:txBody>
          <a:bodyPr wrap="square" rtlCol="0" anchor="ctr"/>
          <a:lstStyle/>
          <a:p>
            <a:pPr marL="0" indent="0" algn="ctr">
              <a:buNone/>
            </a:pPr>
            <a:endParaRPr lang="en-US" sz="850" dirty="0"/>
          </a:p>
        </p:txBody>
      </p:sp>
      <p:sp>
        <p:nvSpPr>
          <p:cNvPr id="48" name="Text 44"/>
          <p:cNvSpPr/>
          <p:nvPr/>
        </p:nvSpPr>
        <p:spPr>
          <a:xfrm>
            <a:off x="5935828" y="3474720"/>
            <a:ext cx="320040" cy="457200"/>
          </a:xfrm>
          <a:prstGeom prst="rect">
            <a:avLst/>
          </a:prstGeom>
          <a:noFill/>
          <a:ln/>
        </p:spPr>
        <p:txBody>
          <a:bodyPr wrap="square" rtlCol="0" anchor="ctr"/>
          <a:lstStyle/>
          <a:p>
            <a:pPr marL="0" indent="0" algn="ctr">
              <a:buNone/>
            </a:pPr>
            <a:r>
              <a:rPr lang="en-US" sz="1800" b="1" dirty="0">
                <a:solidFill>
                  <a:srgbClr val="00C2FF"/>
                </a:solidFill>
                <a:latin typeface="Poppins" pitchFamily="34" charset="0"/>
                <a:ea typeface="Poppins" pitchFamily="34" charset="-122"/>
                <a:cs typeface="Poppins" pitchFamily="34" charset="-120"/>
              </a:rPr>
              <a:t>→</a:t>
            </a:r>
            <a:endParaRPr lang="en-US" sz="1800" dirty="0"/>
          </a:p>
        </p:txBody>
      </p:sp>
      <p:sp>
        <p:nvSpPr>
          <p:cNvPr id="49" name="Shape 45"/>
          <p:cNvSpPr/>
          <p:nvPr/>
        </p:nvSpPr>
        <p:spPr>
          <a:xfrm>
            <a:off x="6255868" y="2377440"/>
            <a:ext cx="2468880" cy="2651760"/>
          </a:xfrm>
          <a:prstGeom prst="roundRect">
            <a:avLst>
              <a:gd name="adj" fmla="val 3333"/>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sp>
        <p:nvSpPr>
          <p:cNvPr id="50" name="Text 46"/>
          <p:cNvSpPr/>
          <p:nvPr/>
        </p:nvSpPr>
        <p:spPr>
          <a:xfrm>
            <a:off x="6438748" y="2560320"/>
            <a:ext cx="2103120" cy="274320"/>
          </a:xfrm>
          <a:prstGeom prst="rect">
            <a:avLst/>
          </a:prstGeom>
          <a:noFill/>
          <a:ln/>
        </p:spPr>
        <p:txBody>
          <a:bodyPr wrap="square" rtlCol="0" anchor="ctr"/>
          <a:lstStyle/>
          <a:p>
            <a:pPr marL="0" indent="0">
              <a:buNone/>
            </a:pPr>
            <a:r>
              <a:rPr lang="en-US" sz="1000" b="1" kern="0" spc="150" dirty="0">
                <a:solidFill>
                  <a:srgbClr val="00C2FF"/>
                </a:solidFill>
                <a:latin typeface="Poppins" pitchFamily="34" charset="0"/>
                <a:ea typeface="Poppins" pitchFamily="34" charset="-122"/>
                <a:cs typeface="Poppins" pitchFamily="34" charset="-120"/>
              </a:rPr>
              <a:t>PHASE 3</a:t>
            </a:r>
            <a:endParaRPr lang="en-US" sz="1000" dirty="0"/>
          </a:p>
        </p:txBody>
      </p:sp>
      <p:pic>
        <p:nvPicPr>
          <p:cNvPr id="51" name="Image 2" descr="/home/claude/insight_deck/icons/globe_cyan.png"/>
          <p:cNvPicPr>
            <a:picLocks noChangeAspect="1"/>
          </p:cNvPicPr>
          <p:nvPr/>
        </p:nvPicPr>
        <p:blipFill>
          <a:blip r:embed="rId5"/>
          <a:stretch>
            <a:fillRect/>
          </a:stretch>
        </p:blipFill>
        <p:spPr>
          <a:xfrm>
            <a:off x="7270394" y="3049067"/>
            <a:ext cx="439826" cy="439826"/>
          </a:xfrm>
          <a:prstGeom prst="rect">
            <a:avLst/>
          </a:prstGeom>
        </p:spPr>
      </p:pic>
      <p:sp>
        <p:nvSpPr>
          <p:cNvPr id="52" name="Text 47"/>
          <p:cNvSpPr/>
          <p:nvPr/>
        </p:nvSpPr>
        <p:spPr>
          <a:xfrm>
            <a:off x="6438748" y="3749040"/>
            <a:ext cx="2103120" cy="731520"/>
          </a:xfrm>
          <a:prstGeom prst="rect">
            <a:avLst/>
          </a:prstGeom>
          <a:noFill/>
          <a:ln/>
        </p:spPr>
        <p:txBody>
          <a:bodyPr wrap="square" rtlCol="0" anchor="ctr"/>
          <a:lstStyle/>
          <a:p>
            <a:pPr marL="0" indent="0" algn="ctr">
              <a:lnSpc>
                <a:spcPct val="115000"/>
              </a:lnSpc>
              <a:buNone/>
            </a:pPr>
            <a:r>
              <a:rPr lang="en-US" sz="1350" b="1" dirty="0">
                <a:solidFill>
                  <a:srgbClr val="FFFFFF"/>
                </a:solidFill>
                <a:latin typeface="Montserrat" pitchFamily="34" charset="0"/>
                <a:ea typeface="Montserrat" pitchFamily="34" charset="-122"/>
                <a:cs typeface="Montserrat" pitchFamily="34" charset="-120"/>
              </a:rPr>
              <a:t>Collaborative Banking Security</a:t>
            </a:r>
            <a:endParaRPr lang="en-US" sz="1350" dirty="0"/>
          </a:p>
        </p:txBody>
      </p:sp>
      <p:sp>
        <p:nvSpPr>
          <p:cNvPr id="54" name="Text 49"/>
          <p:cNvSpPr/>
          <p:nvPr/>
        </p:nvSpPr>
        <p:spPr>
          <a:xfrm>
            <a:off x="6758788" y="4645152"/>
            <a:ext cx="1463040" cy="256032"/>
          </a:xfrm>
          <a:prstGeom prst="rect">
            <a:avLst/>
          </a:prstGeom>
          <a:noFill/>
          <a:ln/>
        </p:spPr>
        <p:txBody>
          <a:bodyPr wrap="square" rtlCol="0" anchor="ctr"/>
          <a:lstStyle/>
          <a:p>
            <a:pPr marL="0" indent="0" algn="ctr">
              <a:buNone/>
            </a:pPr>
            <a:endParaRPr lang="en-US" sz="850" dirty="0"/>
          </a:p>
        </p:txBody>
      </p:sp>
      <p:sp>
        <p:nvSpPr>
          <p:cNvPr id="55" name="Text 50"/>
          <p:cNvSpPr/>
          <p:nvPr/>
        </p:nvSpPr>
        <p:spPr>
          <a:xfrm>
            <a:off x="8724748" y="3474720"/>
            <a:ext cx="320040" cy="457200"/>
          </a:xfrm>
          <a:prstGeom prst="rect">
            <a:avLst/>
          </a:prstGeom>
          <a:noFill/>
          <a:ln/>
        </p:spPr>
        <p:txBody>
          <a:bodyPr wrap="square" rtlCol="0" anchor="ctr"/>
          <a:lstStyle/>
          <a:p>
            <a:pPr marL="0" indent="0" algn="ctr">
              <a:buNone/>
            </a:pPr>
            <a:r>
              <a:rPr lang="en-US" sz="1800" b="1" dirty="0">
                <a:solidFill>
                  <a:srgbClr val="00C2FF"/>
                </a:solidFill>
                <a:latin typeface="Poppins" pitchFamily="34" charset="0"/>
                <a:ea typeface="Poppins" pitchFamily="34" charset="-122"/>
                <a:cs typeface="Poppins" pitchFamily="34" charset="-120"/>
              </a:rPr>
              <a:t>→</a:t>
            </a:r>
            <a:endParaRPr lang="en-US" sz="1800" dirty="0"/>
          </a:p>
        </p:txBody>
      </p:sp>
      <p:sp>
        <p:nvSpPr>
          <p:cNvPr id="56" name="Shape 51"/>
          <p:cNvSpPr/>
          <p:nvPr/>
        </p:nvSpPr>
        <p:spPr>
          <a:xfrm>
            <a:off x="9044788" y="2377440"/>
            <a:ext cx="2468880" cy="2651760"/>
          </a:xfrm>
          <a:prstGeom prst="roundRect">
            <a:avLst>
              <a:gd name="adj" fmla="val 3333"/>
            </a:avLst>
          </a:prstGeom>
          <a:solidFill>
            <a:srgbClr val="16213E">
              <a:alpha val="92000"/>
            </a:srgbClr>
          </a:solidFill>
          <a:ln w="12700">
            <a:solidFill>
              <a:srgbClr val="2C3D63"/>
            </a:solidFill>
            <a:prstDash val="solid"/>
          </a:ln>
          <a:effectLst>
            <a:outerShdw blurRad="101600" dist="38100" dir="5400000" algn="bl" rotWithShape="0">
              <a:srgbClr val="000000">
                <a:alpha val="35000"/>
              </a:srgbClr>
            </a:outerShdw>
          </a:effectLst>
        </p:spPr>
        <p:txBody>
          <a:bodyPr/>
          <a:lstStyle/>
          <a:p>
            <a:endParaRPr lang="en-IN"/>
          </a:p>
        </p:txBody>
      </p:sp>
      <p:sp>
        <p:nvSpPr>
          <p:cNvPr id="57" name="Text 52"/>
          <p:cNvSpPr/>
          <p:nvPr/>
        </p:nvSpPr>
        <p:spPr>
          <a:xfrm>
            <a:off x="9227668" y="2560320"/>
            <a:ext cx="2103120" cy="274320"/>
          </a:xfrm>
          <a:prstGeom prst="rect">
            <a:avLst/>
          </a:prstGeom>
          <a:noFill/>
          <a:ln/>
        </p:spPr>
        <p:txBody>
          <a:bodyPr wrap="square" rtlCol="0" anchor="ctr"/>
          <a:lstStyle/>
          <a:p>
            <a:pPr marL="0" indent="0">
              <a:buNone/>
            </a:pPr>
            <a:r>
              <a:rPr lang="en-US" sz="1000" b="1" kern="0" spc="150" dirty="0">
                <a:solidFill>
                  <a:srgbClr val="00C2FF"/>
                </a:solidFill>
                <a:latin typeface="Poppins" pitchFamily="34" charset="0"/>
                <a:ea typeface="Poppins" pitchFamily="34" charset="-122"/>
                <a:cs typeface="Poppins" pitchFamily="34" charset="-120"/>
              </a:rPr>
              <a:t>PHASE 4</a:t>
            </a:r>
            <a:endParaRPr lang="en-US" sz="1000" dirty="0"/>
          </a:p>
        </p:txBody>
      </p:sp>
      <p:pic>
        <p:nvPicPr>
          <p:cNvPr id="58" name="Image 3" descr="/home/claude/insight_deck/icons/cpu_cyan.png"/>
          <p:cNvPicPr>
            <a:picLocks noChangeAspect="1"/>
          </p:cNvPicPr>
          <p:nvPr/>
        </p:nvPicPr>
        <p:blipFill>
          <a:blip r:embed="rId6"/>
          <a:stretch>
            <a:fillRect/>
          </a:stretch>
        </p:blipFill>
        <p:spPr>
          <a:xfrm>
            <a:off x="10059314" y="3049067"/>
            <a:ext cx="439826" cy="439826"/>
          </a:xfrm>
          <a:prstGeom prst="rect">
            <a:avLst/>
          </a:prstGeom>
        </p:spPr>
      </p:pic>
      <p:sp>
        <p:nvSpPr>
          <p:cNvPr id="59" name="Text 53"/>
          <p:cNvSpPr/>
          <p:nvPr/>
        </p:nvSpPr>
        <p:spPr>
          <a:xfrm>
            <a:off x="9227668" y="3749040"/>
            <a:ext cx="2103120" cy="731520"/>
          </a:xfrm>
          <a:prstGeom prst="rect">
            <a:avLst/>
          </a:prstGeom>
          <a:noFill/>
          <a:ln/>
        </p:spPr>
        <p:txBody>
          <a:bodyPr wrap="square" rtlCol="0" anchor="ctr"/>
          <a:lstStyle/>
          <a:p>
            <a:pPr marL="0" indent="0" algn="ctr">
              <a:lnSpc>
                <a:spcPct val="115000"/>
              </a:lnSpc>
              <a:buNone/>
            </a:pPr>
            <a:r>
              <a:rPr lang="en-US" sz="1350" b="1" dirty="0">
                <a:solidFill>
                  <a:srgbClr val="FFFFFF"/>
                </a:solidFill>
                <a:latin typeface="Montserrat" pitchFamily="34" charset="0"/>
                <a:ea typeface="Montserrat" pitchFamily="34" charset="-122"/>
                <a:cs typeface="Montserrat" pitchFamily="34" charset="-120"/>
              </a:rPr>
              <a:t>Adaptive Risk Intelligence</a:t>
            </a:r>
            <a:endParaRPr lang="en-US" sz="1350" dirty="0"/>
          </a:p>
        </p:txBody>
      </p:sp>
      <p:sp>
        <p:nvSpPr>
          <p:cNvPr id="61" name="Text 55"/>
          <p:cNvSpPr/>
          <p:nvPr/>
        </p:nvSpPr>
        <p:spPr>
          <a:xfrm>
            <a:off x="9547708" y="4645152"/>
            <a:ext cx="1463040" cy="256032"/>
          </a:xfrm>
          <a:prstGeom prst="rect">
            <a:avLst/>
          </a:prstGeom>
          <a:noFill/>
          <a:ln/>
        </p:spPr>
        <p:txBody>
          <a:bodyPr wrap="square" rtlCol="0" anchor="ctr"/>
          <a:lstStyle/>
          <a:p>
            <a:pPr marL="0" indent="0" algn="ctr">
              <a:buNone/>
            </a:pPr>
            <a:endParaRPr lang="en-US" sz="850" dirty="0"/>
          </a:p>
        </p:txBody>
      </p:sp>
      <p:sp>
        <p:nvSpPr>
          <p:cNvPr id="62" name="Text 56"/>
          <p:cNvSpPr/>
          <p:nvPr/>
        </p:nvSpPr>
        <p:spPr>
          <a:xfrm>
            <a:off x="548640" y="6528816"/>
            <a:ext cx="5486400" cy="256032"/>
          </a:xfrm>
          <a:prstGeom prst="rect">
            <a:avLst/>
          </a:prstGeom>
          <a:noFill/>
          <a:ln/>
        </p:spPr>
        <p:txBody>
          <a:bodyPr wrap="square" rtlCol="0" anchor="ctr"/>
          <a:lstStyle/>
          <a:p>
            <a:pPr marL="0" indent="0">
              <a:buNone/>
            </a:pPr>
            <a:r>
              <a:rPr lang="en-US" sz="850" kern="0" spc="120" dirty="0">
                <a:solidFill>
                  <a:srgbClr val="8A94B0"/>
                </a:solidFill>
                <a:latin typeface="Poppins" pitchFamily="34" charset="0"/>
                <a:ea typeface="Poppins" pitchFamily="34" charset="-122"/>
                <a:cs typeface="Poppins" pitchFamily="34" charset="-120"/>
              </a:rPr>
              <a:t>FINSPARK'26  ·  BANK OF MAHARASHTRA</a:t>
            </a:r>
            <a:endParaRPr lang="en-US" sz="850" dirty="0"/>
          </a:p>
        </p:txBody>
      </p:sp>
      <p:sp>
        <p:nvSpPr>
          <p:cNvPr id="63" name="Text 57"/>
          <p:cNvSpPr/>
          <p:nvPr/>
        </p:nvSpPr>
        <p:spPr>
          <a:xfrm>
            <a:off x="11338560" y="6528816"/>
            <a:ext cx="365760" cy="256032"/>
          </a:xfrm>
          <a:prstGeom prst="rect">
            <a:avLst/>
          </a:prstGeom>
          <a:noFill/>
          <a:ln/>
        </p:spPr>
        <p:txBody>
          <a:bodyPr wrap="square" rtlCol="0" anchor="ctr"/>
          <a:lstStyle/>
          <a:p>
            <a:pPr marL="0" indent="0" algn="r">
              <a:buNone/>
            </a:pPr>
            <a:r>
              <a:rPr lang="en-US" sz="900" dirty="0">
                <a:solidFill>
                  <a:srgbClr val="8A94B0"/>
                </a:solidFill>
                <a:latin typeface="IBM Plex Sans" pitchFamily="34" charset="0"/>
                <a:ea typeface="IBM Plex Sans" pitchFamily="34" charset="-122"/>
                <a:cs typeface="IBM Plex Sans" pitchFamily="34" charset="-120"/>
              </a:rPr>
              <a:t>10</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0B132B"/>
        </a:solidFill>
        <a:effectLst/>
      </p:bgPr>
    </p:bg>
    <p:spTree>
      <p:nvGrpSpPr>
        <p:cNvPr id="1" name=""/>
        <p:cNvGrpSpPr/>
        <p:nvPr/>
      </p:nvGrpSpPr>
      <p:grpSpPr>
        <a:xfrm>
          <a:off x="0" y="0"/>
          <a:ext cx="0" cy="0"/>
          <a:chOff x="0" y="0"/>
          <a:chExt cx="0" cy="0"/>
        </a:xfrm>
      </p:grpSpPr>
      <p:sp>
        <p:nvSpPr>
          <p:cNvPr id="2" name="Shape 0"/>
          <p:cNvSpPr/>
          <p:nvPr/>
        </p:nvSpPr>
        <p:spPr>
          <a:xfrm>
            <a:off x="9692640" y="-2103120"/>
            <a:ext cx="5029200" cy="5029200"/>
          </a:xfrm>
          <a:prstGeom prst="ellipse">
            <a:avLst/>
          </a:prstGeom>
          <a:solidFill>
            <a:srgbClr val="00C2FF">
              <a:alpha val="8000"/>
            </a:srgbClr>
          </a:solidFill>
          <a:ln/>
        </p:spPr>
        <p:txBody>
          <a:bodyPr/>
          <a:lstStyle/>
          <a:p>
            <a:endParaRPr lang="en-IN"/>
          </a:p>
        </p:txBody>
      </p:sp>
      <p:sp>
        <p:nvSpPr>
          <p:cNvPr id="3" name="Shape 1"/>
          <p:cNvSpPr/>
          <p:nvPr/>
        </p:nvSpPr>
        <p:spPr>
          <a:xfrm>
            <a:off x="-1188720" y="5076027"/>
            <a:ext cx="4754880" cy="4754880"/>
          </a:xfrm>
          <a:prstGeom prst="ellipse">
            <a:avLst/>
          </a:prstGeom>
          <a:solidFill>
            <a:srgbClr val="00C2FF">
              <a:alpha val="6000"/>
            </a:srgbClr>
          </a:solidFill>
          <a:ln/>
        </p:spPr>
        <p:txBody>
          <a:bodyPr/>
          <a:lstStyle/>
          <a:p>
            <a:endParaRPr lang="en-IN"/>
          </a:p>
        </p:txBody>
      </p:sp>
      <p:sp>
        <p:nvSpPr>
          <p:cNvPr id="4" name="Shape 2"/>
          <p:cNvSpPr/>
          <p:nvPr/>
        </p:nvSpPr>
        <p:spPr>
          <a:xfrm>
            <a:off x="365760" y="256032"/>
            <a:ext cx="32004" cy="32004"/>
          </a:xfrm>
          <a:prstGeom prst="ellipse">
            <a:avLst/>
          </a:prstGeom>
          <a:solidFill>
            <a:srgbClr val="00C2FF">
              <a:alpha val="45000"/>
            </a:srgbClr>
          </a:solidFill>
          <a:ln/>
        </p:spPr>
        <p:txBody>
          <a:bodyPr/>
          <a:lstStyle/>
          <a:p>
            <a:endParaRPr lang="en-IN"/>
          </a:p>
        </p:txBody>
      </p:sp>
      <p:sp>
        <p:nvSpPr>
          <p:cNvPr id="5" name="Shape 3"/>
          <p:cNvSpPr/>
          <p:nvPr/>
        </p:nvSpPr>
        <p:spPr>
          <a:xfrm>
            <a:off x="1234440" y="256032"/>
            <a:ext cx="32004" cy="32004"/>
          </a:xfrm>
          <a:prstGeom prst="ellipse">
            <a:avLst/>
          </a:prstGeom>
          <a:solidFill>
            <a:srgbClr val="00C2FF">
              <a:alpha val="45000"/>
            </a:srgbClr>
          </a:solidFill>
          <a:ln/>
        </p:spPr>
        <p:txBody>
          <a:bodyPr/>
          <a:lstStyle/>
          <a:p>
            <a:endParaRPr lang="en-IN"/>
          </a:p>
        </p:txBody>
      </p:sp>
      <p:sp>
        <p:nvSpPr>
          <p:cNvPr id="6" name="Shape 4"/>
          <p:cNvSpPr/>
          <p:nvPr/>
        </p:nvSpPr>
        <p:spPr>
          <a:xfrm>
            <a:off x="2103120" y="256032"/>
            <a:ext cx="32004" cy="32004"/>
          </a:xfrm>
          <a:prstGeom prst="ellipse">
            <a:avLst/>
          </a:prstGeom>
          <a:solidFill>
            <a:srgbClr val="00C2FF">
              <a:alpha val="45000"/>
            </a:srgbClr>
          </a:solidFill>
          <a:ln/>
        </p:spPr>
        <p:txBody>
          <a:bodyPr/>
          <a:lstStyle/>
          <a:p>
            <a:endParaRPr lang="en-IN"/>
          </a:p>
        </p:txBody>
      </p:sp>
      <p:sp>
        <p:nvSpPr>
          <p:cNvPr id="7" name="Shape 5"/>
          <p:cNvSpPr/>
          <p:nvPr/>
        </p:nvSpPr>
        <p:spPr>
          <a:xfrm>
            <a:off x="2971800" y="256032"/>
            <a:ext cx="32004" cy="32004"/>
          </a:xfrm>
          <a:prstGeom prst="ellipse">
            <a:avLst/>
          </a:prstGeom>
          <a:solidFill>
            <a:srgbClr val="00C2FF">
              <a:alpha val="45000"/>
            </a:srgbClr>
          </a:solidFill>
          <a:ln/>
        </p:spPr>
        <p:txBody>
          <a:bodyPr/>
          <a:lstStyle/>
          <a:p>
            <a:endParaRPr lang="en-IN"/>
          </a:p>
        </p:txBody>
      </p:sp>
      <p:sp>
        <p:nvSpPr>
          <p:cNvPr id="8" name="Shape 6"/>
          <p:cNvSpPr/>
          <p:nvPr/>
        </p:nvSpPr>
        <p:spPr>
          <a:xfrm>
            <a:off x="3840480" y="256032"/>
            <a:ext cx="32004" cy="32004"/>
          </a:xfrm>
          <a:prstGeom prst="ellipse">
            <a:avLst/>
          </a:prstGeom>
          <a:solidFill>
            <a:srgbClr val="00C2FF">
              <a:alpha val="45000"/>
            </a:srgbClr>
          </a:solidFill>
          <a:ln/>
        </p:spPr>
        <p:txBody>
          <a:bodyPr/>
          <a:lstStyle/>
          <a:p>
            <a:endParaRPr lang="en-IN"/>
          </a:p>
        </p:txBody>
      </p:sp>
      <p:sp>
        <p:nvSpPr>
          <p:cNvPr id="9" name="Shape 7"/>
          <p:cNvSpPr/>
          <p:nvPr/>
        </p:nvSpPr>
        <p:spPr>
          <a:xfrm>
            <a:off x="4709160" y="256032"/>
            <a:ext cx="32004" cy="32004"/>
          </a:xfrm>
          <a:prstGeom prst="ellipse">
            <a:avLst/>
          </a:prstGeom>
          <a:solidFill>
            <a:srgbClr val="00C2FF">
              <a:alpha val="45000"/>
            </a:srgbClr>
          </a:solidFill>
          <a:ln/>
        </p:spPr>
        <p:txBody>
          <a:bodyPr/>
          <a:lstStyle/>
          <a:p>
            <a:endParaRPr lang="en-IN"/>
          </a:p>
        </p:txBody>
      </p:sp>
      <p:sp>
        <p:nvSpPr>
          <p:cNvPr id="10" name="Shape 8"/>
          <p:cNvSpPr/>
          <p:nvPr/>
        </p:nvSpPr>
        <p:spPr>
          <a:xfrm>
            <a:off x="5577840" y="256032"/>
            <a:ext cx="32004" cy="32004"/>
          </a:xfrm>
          <a:prstGeom prst="ellipse">
            <a:avLst/>
          </a:prstGeom>
          <a:solidFill>
            <a:srgbClr val="00C2FF">
              <a:alpha val="45000"/>
            </a:srgbClr>
          </a:solidFill>
          <a:ln/>
        </p:spPr>
        <p:txBody>
          <a:bodyPr/>
          <a:lstStyle/>
          <a:p>
            <a:endParaRPr lang="en-IN"/>
          </a:p>
        </p:txBody>
      </p:sp>
      <p:sp>
        <p:nvSpPr>
          <p:cNvPr id="11" name="Shape 9"/>
          <p:cNvSpPr/>
          <p:nvPr/>
        </p:nvSpPr>
        <p:spPr>
          <a:xfrm>
            <a:off x="6446520" y="256032"/>
            <a:ext cx="32004" cy="32004"/>
          </a:xfrm>
          <a:prstGeom prst="ellipse">
            <a:avLst/>
          </a:prstGeom>
          <a:solidFill>
            <a:srgbClr val="00C2FF">
              <a:alpha val="45000"/>
            </a:srgbClr>
          </a:solidFill>
          <a:ln/>
        </p:spPr>
        <p:txBody>
          <a:bodyPr/>
          <a:lstStyle/>
          <a:p>
            <a:endParaRPr lang="en-IN"/>
          </a:p>
        </p:txBody>
      </p:sp>
      <p:sp>
        <p:nvSpPr>
          <p:cNvPr id="12" name="Shape 10"/>
          <p:cNvSpPr/>
          <p:nvPr/>
        </p:nvSpPr>
        <p:spPr>
          <a:xfrm>
            <a:off x="7315200" y="256032"/>
            <a:ext cx="32004" cy="32004"/>
          </a:xfrm>
          <a:prstGeom prst="ellipse">
            <a:avLst/>
          </a:prstGeom>
          <a:solidFill>
            <a:srgbClr val="00C2FF">
              <a:alpha val="45000"/>
            </a:srgbClr>
          </a:solidFill>
          <a:ln/>
        </p:spPr>
        <p:txBody>
          <a:bodyPr/>
          <a:lstStyle/>
          <a:p>
            <a:endParaRPr lang="en-IN"/>
          </a:p>
        </p:txBody>
      </p:sp>
      <p:sp>
        <p:nvSpPr>
          <p:cNvPr id="13" name="Shape 11"/>
          <p:cNvSpPr/>
          <p:nvPr/>
        </p:nvSpPr>
        <p:spPr>
          <a:xfrm>
            <a:off x="8183880" y="256032"/>
            <a:ext cx="32004" cy="32004"/>
          </a:xfrm>
          <a:prstGeom prst="ellipse">
            <a:avLst/>
          </a:prstGeom>
          <a:solidFill>
            <a:srgbClr val="00C2FF">
              <a:alpha val="45000"/>
            </a:srgbClr>
          </a:solidFill>
          <a:ln/>
        </p:spPr>
        <p:txBody>
          <a:bodyPr/>
          <a:lstStyle/>
          <a:p>
            <a:endParaRPr lang="en-IN"/>
          </a:p>
        </p:txBody>
      </p:sp>
      <p:sp>
        <p:nvSpPr>
          <p:cNvPr id="14" name="Shape 12"/>
          <p:cNvSpPr/>
          <p:nvPr/>
        </p:nvSpPr>
        <p:spPr>
          <a:xfrm>
            <a:off x="9052560" y="256032"/>
            <a:ext cx="32004" cy="32004"/>
          </a:xfrm>
          <a:prstGeom prst="ellipse">
            <a:avLst/>
          </a:prstGeom>
          <a:solidFill>
            <a:srgbClr val="00C2FF">
              <a:alpha val="45000"/>
            </a:srgbClr>
          </a:solidFill>
          <a:ln/>
        </p:spPr>
        <p:txBody>
          <a:bodyPr/>
          <a:lstStyle/>
          <a:p>
            <a:endParaRPr lang="en-IN"/>
          </a:p>
        </p:txBody>
      </p:sp>
      <p:sp>
        <p:nvSpPr>
          <p:cNvPr id="15" name="Shape 13"/>
          <p:cNvSpPr/>
          <p:nvPr/>
        </p:nvSpPr>
        <p:spPr>
          <a:xfrm>
            <a:off x="9921240" y="256032"/>
            <a:ext cx="32004" cy="32004"/>
          </a:xfrm>
          <a:prstGeom prst="ellipse">
            <a:avLst/>
          </a:prstGeom>
          <a:solidFill>
            <a:srgbClr val="00C2FF">
              <a:alpha val="45000"/>
            </a:srgbClr>
          </a:solidFill>
          <a:ln/>
        </p:spPr>
        <p:txBody>
          <a:bodyPr/>
          <a:lstStyle/>
          <a:p>
            <a:endParaRPr lang="en-IN"/>
          </a:p>
        </p:txBody>
      </p:sp>
      <p:sp>
        <p:nvSpPr>
          <p:cNvPr id="16" name="Shape 14"/>
          <p:cNvSpPr/>
          <p:nvPr/>
        </p:nvSpPr>
        <p:spPr>
          <a:xfrm>
            <a:off x="10789920" y="256032"/>
            <a:ext cx="32004" cy="32004"/>
          </a:xfrm>
          <a:prstGeom prst="ellipse">
            <a:avLst/>
          </a:prstGeom>
          <a:solidFill>
            <a:srgbClr val="00C2FF">
              <a:alpha val="45000"/>
            </a:srgbClr>
          </a:solidFill>
          <a:ln/>
        </p:spPr>
        <p:txBody>
          <a:bodyPr/>
          <a:lstStyle/>
          <a:p>
            <a:endParaRPr lang="en-IN"/>
          </a:p>
        </p:txBody>
      </p:sp>
      <p:sp>
        <p:nvSpPr>
          <p:cNvPr id="17" name="Shape 15"/>
          <p:cNvSpPr/>
          <p:nvPr/>
        </p:nvSpPr>
        <p:spPr>
          <a:xfrm>
            <a:off x="11658600" y="256032"/>
            <a:ext cx="32004" cy="32004"/>
          </a:xfrm>
          <a:prstGeom prst="ellipse">
            <a:avLst/>
          </a:prstGeom>
          <a:solidFill>
            <a:srgbClr val="00C2FF">
              <a:alpha val="45000"/>
            </a:srgbClr>
          </a:solidFill>
          <a:ln/>
        </p:spPr>
        <p:txBody>
          <a:bodyPr/>
          <a:lstStyle/>
          <a:p>
            <a:endParaRPr lang="en-IN"/>
          </a:p>
        </p:txBody>
      </p:sp>
      <p:sp>
        <p:nvSpPr>
          <p:cNvPr id="18" name="Shape 16"/>
          <p:cNvSpPr/>
          <p:nvPr/>
        </p:nvSpPr>
        <p:spPr>
          <a:xfrm>
            <a:off x="365760" y="6601968"/>
            <a:ext cx="32004" cy="32004"/>
          </a:xfrm>
          <a:prstGeom prst="ellipse">
            <a:avLst/>
          </a:prstGeom>
          <a:solidFill>
            <a:srgbClr val="00C2FF">
              <a:alpha val="45000"/>
            </a:srgbClr>
          </a:solidFill>
          <a:ln/>
        </p:spPr>
        <p:txBody>
          <a:bodyPr/>
          <a:lstStyle/>
          <a:p>
            <a:endParaRPr lang="en-IN"/>
          </a:p>
        </p:txBody>
      </p:sp>
      <p:sp>
        <p:nvSpPr>
          <p:cNvPr id="19" name="Shape 17"/>
          <p:cNvSpPr/>
          <p:nvPr/>
        </p:nvSpPr>
        <p:spPr>
          <a:xfrm>
            <a:off x="1234440" y="6601968"/>
            <a:ext cx="32004" cy="32004"/>
          </a:xfrm>
          <a:prstGeom prst="ellipse">
            <a:avLst/>
          </a:prstGeom>
          <a:solidFill>
            <a:srgbClr val="00C2FF">
              <a:alpha val="45000"/>
            </a:srgbClr>
          </a:solidFill>
          <a:ln/>
        </p:spPr>
        <p:txBody>
          <a:bodyPr/>
          <a:lstStyle/>
          <a:p>
            <a:endParaRPr lang="en-IN"/>
          </a:p>
        </p:txBody>
      </p:sp>
      <p:sp>
        <p:nvSpPr>
          <p:cNvPr id="20" name="Shape 18"/>
          <p:cNvSpPr/>
          <p:nvPr/>
        </p:nvSpPr>
        <p:spPr>
          <a:xfrm>
            <a:off x="2103120" y="6601968"/>
            <a:ext cx="32004" cy="32004"/>
          </a:xfrm>
          <a:prstGeom prst="ellipse">
            <a:avLst/>
          </a:prstGeom>
          <a:solidFill>
            <a:srgbClr val="00C2FF">
              <a:alpha val="45000"/>
            </a:srgbClr>
          </a:solidFill>
          <a:ln/>
        </p:spPr>
        <p:txBody>
          <a:bodyPr/>
          <a:lstStyle/>
          <a:p>
            <a:endParaRPr lang="en-IN"/>
          </a:p>
        </p:txBody>
      </p:sp>
      <p:sp>
        <p:nvSpPr>
          <p:cNvPr id="21" name="Shape 19"/>
          <p:cNvSpPr/>
          <p:nvPr/>
        </p:nvSpPr>
        <p:spPr>
          <a:xfrm>
            <a:off x="2971800" y="6601968"/>
            <a:ext cx="32004" cy="32004"/>
          </a:xfrm>
          <a:prstGeom prst="ellipse">
            <a:avLst/>
          </a:prstGeom>
          <a:solidFill>
            <a:srgbClr val="00C2FF">
              <a:alpha val="45000"/>
            </a:srgbClr>
          </a:solidFill>
          <a:ln/>
        </p:spPr>
        <p:txBody>
          <a:bodyPr/>
          <a:lstStyle/>
          <a:p>
            <a:endParaRPr lang="en-IN"/>
          </a:p>
        </p:txBody>
      </p:sp>
      <p:sp>
        <p:nvSpPr>
          <p:cNvPr id="22" name="Shape 20"/>
          <p:cNvSpPr/>
          <p:nvPr/>
        </p:nvSpPr>
        <p:spPr>
          <a:xfrm>
            <a:off x="3840480" y="6601968"/>
            <a:ext cx="32004" cy="32004"/>
          </a:xfrm>
          <a:prstGeom prst="ellipse">
            <a:avLst/>
          </a:prstGeom>
          <a:solidFill>
            <a:srgbClr val="00C2FF">
              <a:alpha val="45000"/>
            </a:srgbClr>
          </a:solidFill>
          <a:ln/>
        </p:spPr>
        <p:txBody>
          <a:bodyPr/>
          <a:lstStyle/>
          <a:p>
            <a:endParaRPr lang="en-IN"/>
          </a:p>
        </p:txBody>
      </p:sp>
      <p:sp>
        <p:nvSpPr>
          <p:cNvPr id="23" name="Shape 21"/>
          <p:cNvSpPr/>
          <p:nvPr/>
        </p:nvSpPr>
        <p:spPr>
          <a:xfrm>
            <a:off x="4709160" y="6601968"/>
            <a:ext cx="32004" cy="32004"/>
          </a:xfrm>
          <a:prstGeom prst="ellipse">
            <a:avLst/>
          </a:prstGeom>
          <a:solidFill>
            <a:srgbClr val="00C2FF">
              <a:alpha val="45000"/>
            </a:srgbClr>
          </a:solidFill>
          <a:ln/>
        </p:spPr>
        <p:txBody>
          <a:bodyPr/>
          <a:lstStyle/>
          <a:p>
            <a:endParaRPr lang="en-IN"/>
          </a:p>
        </p:txBody>
      </p:sp>
      <p:sp>
        <p:nvSpPr>
          <p:cNvPr id="24" name="Shape 22"/>
          <p:cNvSpPr/>
          <p:nvPr/>
        </p:nvSpPr>
        <p:spPr>
          <a:xfrm>
            <a:off x="5577840" y="6601968"/>
            <a:ext cx="32004" cy="32004"/>
          </a:xfrm>
          <a:prstGeom prst="ellipse">
            <a:avLst/>
          </a:prstGeom>
          <a:solidFill>
            <a:srgbClr val="00C2FF">
              <a:alpha val="45000"/>
            </a:srgbClr>
          </a:solidFill>
          <a:ln/>
        </p:spPr>
        <p:txBody>
          <a:bodyPr/>
          <a:lstStyle/>
          <a:p>
            <a:endParaRPr lang="en-IN"/>
          </a:p>
        </p:txBody>
      </p:sp>
      <p:sp>
        <p:nvSpPr>
          <p:cNvPr id="25" name="Shape 23"/>
          <p:cNvSpPr/>
          <p:nvPr/>
        </p:nvSpPr>
        <p:spPr>
          <a:xfrm>
            <a:off x="6446520" y="6601968"/>
            <a:ext cx="32004" cy="32004"/>
          </a:xfrm>
          <a:prstGeom prst="ellipse">
            <a:avLst/>
          </a:prstGeom>
          <a:solidFill>
            <a:srgbClr val="00C2FF">
              <a:alpha val="45000"/>
            </a:srgbClr>
          </a:solidFill>
          <a:ln/>
        </p:spPr>
        <p:txBody>
          <a:bodyPr/>
          <a:lstStyle/>
          <a:p>
            <a:endParaRPr lang="en-IN"/>
          </a:p>
        </p:txBody>
      </p:sp>
      <p:sp>
        <p:nvSpPr>
          <p:cNvPr id="26" name="Shape 24"/>
          <p:cNvSpPr/>
          <p:nvPr/>
        </p:nvSpPr>
        <p:spPr>
          <a:xfrm>
            <a:off x="7315200" y="6601968"/>
            <a:ext cx="32004" cy="32004"/>
          </a:xfrm>
          <a:prstGeom prst="ellipse">
            <a:avLst/>
          </a:prstGeom>
          <a:solidFill>
            <a:srgbClr val="00C2FF">
              <a:alpha val="45000"/>
            </a:srgbClr>
          </a:solidFill>
          <a:ln/>
        </p:spPr>
        <p:txBody>
          <a:bodyPr/>
          <a:lstStyle/>
          <a:p>
            <a:endParaRPr lang="en-IN"/>
          </a:p>
        </p:txBody>
      </p:sp>
      <p:sp>
        <p:nvSpPr>
          <p:cNvPr id="27" name="Shape 25"/>
          <p:cNvSpPr/>
          <p:nvPr/>
        </p:nvSpPr>
        <p:spPr>
          <a:xfrm>
            <a:off x="8183880" y="6601968"/>
            <a:ext cx="32004" cy="32004"/>
          </a:xfrm>
          <a:prstGeom prst="ellipse">
            <a:avLst/>
          </a:prstGeom>
          <a:solidFill>
            <a:srgbClr val="00C2FF">
              <a:alpha val="45000"/>
            </a:srgbClr>
          </a:solidFill>
          <a:ln/>
        </p:spPr>
        <p:txBody>
          <a:bodyPr/>
          <a:lstStyle/>
          <a:p>
            <a:endParaRPr lang="en-IN"/>
          </a:p>
        </p:txBody>
      </p:sp>
      <p:sp>
        <p:nvSpPr>
          <p:cNvPr id="28" name="Shape 26"/>
          <p:cNvSpPr/>
          <p:nvPr/>
        </p:nvSpPr>
        <p:spPr>
          <a:xfrm>
            <a:off x="9052560" y="6601968"/>
            <a:ext cx="32004" cy="32004"/>
          </a:xfrm>
          <a:prstGeom prst="ellipse">
            <a:avLst/>
          </a:prstGeom>
          <a:solidFill>
            <a:srgbClr val="00C2FF">
              <a:alpha val="45000"/>
            </a:srgbClr>
          </a:solidFill>
          <a:ln/>
        </p:spPr>
        <p:txBody>
          <a:bodyPr/>
          <a:lstStyle/>
          <a:p>
            <a:endParaRPr lang="en-IN"/>
          </a:p>
        </p:txBody>
      </p:sp>
      <p:sp>
        <p:nvSpPr>
          <p:cNvPr id="29" name="Shape 27"/>
          <p:cNvSpPr/>
          <p:nvPr/>
        </p:nvSpPr>
        <p:spPr>
          <a:xfrm>
            <a:off x="9921240" y="6601968"/>
            <a:ext cx="32004" cy="32004"/>
          </a:xfrm>
          <a:prstGeom prst="ellipse">
            <a:avLst/>
          </a:prstGeom>
          <a:solidFill>
            <a:srgbClr val="00C2FF">
              <a:alpha val="45000"/>
            </a:srgbClr>
          </a:solidFill>
          <a:ln/>
        </p:spPr>
        <p:txBody>
          <a:bodyPr/>
          <a:lstStyle/>
          <a:p>
            <a:endParaRPr lang="en-IN"/>
          </a:p>
        </p:txBody>
      </p:sp>
      <p:sp>
        <p:nvSpPr>
          <p:cNvPr id="30" name="Shape 28"/>
          <p:cNvSpPr/>
          <p:nvPr/>
        </p:nvSpPr>
        <p:spPr>
          <a:xfrm>
            <a:off x="10789920" y="6601968"/>
            <a:ext cx="32004" cy="32004"/>
          </a:xfrm>
          <a:prstGeom prst="ellipse">
            <a:avLst/>
          </a:prstGeom>
          <a:solidFill>
            <a:srgbClr val="00C2FF">
              <a:alpha val="45000"/>
            </a:srgbClr>
          </a:solidFill>
          <a:ln/>
        </p:spPr>
        <p:txBody>
          <a:bodyPr/>
          <a:lstStyle/>
          <a:p>
            <a:endParaRPr lang="en-IN"/>
          </a:p>
        </p:txBody>
      </p:sp>
      <p:sp>
        <p:nvSpPr>
          <p:cNvPr id="31" name="Shape 29"/>
          <p:cNvSpPr/>
          <p:nvPr/>
        </p:nvSpPr>
        <p:spPr>
          <a:xfrm>
            <a:off x="11658600" y="6601968"/>
            <a:ext cx="32004" cy="32004"/>
          </a:xfrm>
          <a:prstGeom prst="ellipse">
            <a:avLst/>
          </a:prstGeom>
          <a:solidFill>
            <a:srgbClr val="00C2FF">
              <a:alpha val="45000"/>
            </a:srgbClr>
          </a:solidFill>
          <a:ln/>
        </p:spPr>
        <p:txBody>
          <a:bodyPr/>
          <a:lstStyle/>
          <a:p>
            <a:endParaRPr lang="en-IN"/>
          </a:p>
        </p:txBody>
      </p:sp>
      <p:pic>
        <p:nvPicPr>
          <p:cNvPr id="32" name="Image 0" descr="/home/claude/insight_deck/icons/shield_cyan.png"/>
          <p:cNvPicPr>
            <a:picLocks noChangeAspect="1"/>
          </p:cNvPicPr>
          <p:nvPr/>
        </p:nvPicPr>
        <p:blipFill>
          <a:blip r:embed="rId3">
            <a:alphaModFix amt="12000"/>
          </a:blip>
          <a:stretch>
            <a:fillRect/>
          </a:stretch>
        </p:blipFill>
        <p:spPr>
          <a:xfrm>
            <a:off x="7863840" y="914400"/>
            <a:ext cx="4754880" cy="4754880"/>
          </a:xfrm>
          <a:prstGeom prst="rect">
            <a:avLst/>
          </a:prstGeom>
        </p:spPr>
      </p:pic>
      <p:pic>
        <p:nvPicPr>
          <p:cNvPr id="33" name="Image 1" descr="/home/claude/insight_deck/icons/shield_cyan.png"/>
          <p:cNvPicPr>
            <a:picLocks noChangeAspect="1"/>
          </p:cNvPicPr>
          <p:nvPr/>
        </p:nvPicPr>
        <p:blipFill>
          <a:blip r:embed="rId3"/>
          <a:stretch>
            <a:fillRect/>
          </a:stretch>
        </p:blipFill>
        <p:spPr>
          <a:xfrm>
            <a:off x="548640" y="548640"/>
            <a:ext cx="502920" cy="502920"/>
          </a:xfrm>
          <a:prstGeom prst="rect">
            <a:avLst/>
          </a:prstGeom>
        </p:spPr>
      </p:pic>
      <p:sp>
        <p:nvSpPr>
          <p:cNvPr id="34" name="Text 30"/>
          <p:cNvSpPr/>
          <p:nvPr/>
        </p:nvSpPr>
        <p:spPr>
          <a:xfrm>
            <a:off x="500634" y="1149858"/>
            <a:ext cx="9144000" cy="1097280"/>
          </a:xfrm>
          <a:prstGeom prst="rect">
            <a:avLst/>
          </a:prstGeom>
          <a:noFill/>
          <a:ln/>
        </p:spPr>
        <p:txBody>
          <a:bodyPr wrap="square" rtlCol="0" anchor="ctr"/>
          <a:lstStyle/>
          <a:p>
            <a:pPr marL="0" indent="0">
              <a:buNone/>
            </a:pPr>
            <a:r>
              <a:rPr lang="en-US" sz="6000" b="1" dirty="0">
                <a:solidFill>
                  <a:srgbClr val="FFFFFF"/>
                </a:solidFill>
                <a:latin typeface="Montserrat" pitchFamily="34" charset="0"/>
                <a:ea typeface="Montserrat" pitchFamily="34" charset="-122"/>
                <a:cs typeface="Montserrat" pitchFamily="34" charset="-120"/>
              </a:rPr>
              <a:t>INSIGHT</a:t>
            </a:r>
            <a:endParaRPr lang="en-US" sz="6000" dirty="0"/>
          </a:p>
        </p:txBody>
      </p:sp>
      <p:sp>
        <p:nvSpPr>
          <p:cNvPr id="35" name="Text 31"/>
          <p:cNvSpPr/>
          <p:nvPr/>
        </p:nvSpPr>
        <p:spPr>
          <a:xfrm>
            <a:off x="566928" y="3246120"/>
            <a:ext cx="7315200" cy="1188720"/>
          </a:xfrm>
          <a:prstGeom prst="rect">
            <a:avLst/>
          </a:prstGeom>
          <a:noFill/>
          <a:ln/>
        </p:spPr>
        <p:txBody>
          <a:bodyPr wrap="square" rtlCol="0" anchor="ctr"/>
          <a:lstStyle/>
          <a:p>
            <a:pPr marL="0" indent="0">
              <a:lnSpc>
                <a:spcPct val="125000"/>
              </a:lnSpc>
              <a:buNone/>
            </a:pPr>
            <a:endParaRPr lang="en-US" sz="1700" dirty="0"/>
          </a:p>
        </p:txBody>
      </p:sp>
      <p:sp>
        <p:nvSpPr>
          <p:cNvPr id="36" name="Text 32"/>
          <p:cNvSpPr/>
          <p:nvPr/>
        </p:nvSpPr>
        <p:spPr>
          <a:xfrm>
            <a:off x="451104" y="2286000"/>
            <a:ext cx="8229600" cy="457200"/>
          </a:xfrm>
          <a:prstGeom prst="rect">
            <a:avLst/>
          </a:prstGeom>
          <a:noFill/>
          <a:ln/>
        </p:spPr>
        <p:txBody>
          <a:bodyPr wrap="square" rtlCol="0" anchor="ctr"/>
          <a:lstStyle/>
          <a:p>
            <a:r>
              <a:rPr lang="en-US" i="1" dirty="0">
                <a:solidFill>
                  <a:srgbClr val="FFFFFF"/>
                </a:solidFill>
                <a:latin typeface="Poppins" pitchFamily="34" charset="0"/>
                <a:ea typeface="Poppins" pitchFamily="34" charset="-122"/>
                <a:cs typeface="Poppins" pitchFamily="34" charset="-120"/>
              </a:rPr>
              <a:t>Securing Trust Through Intelligent Insight.</a:t>
            </a:r>
            <a:endParaRPr lang="en-US" dirty="0"/>
          </a:p>
        </p:txBody>
      </p:sp>
      <p:sp>
        <p:nvSpPr>
          <p:cNvPr id="37" name="Text 33"/>
          <p:cNvSpPr/>
          <p:nvPr/>
        </p:nvSpPr>
        <p:spPr>
          <a:xfrm>
            <a:off x="365760" y="4710267"/>
            <a:ext cx="7315200" cy="731520"/>
          </a:xfrm>
          <a:prstGeom prst="rect">
            <a:avLst/>
          </a:prstGeom>
          <a:noFill/>
          <a:ln/>
        </p:spPr>
        <p:txBody>
          <a:bodyPr wrap="square" rtlCol="0" anchor="ctr"/>
          <a:lstStyle/>
          <a:p>
            <a:pPr marL="0" indent="0">
              <a:buNone/>
            </a:pPr>
            <a:r>
              <a:rPr lang="en-US" sz="3400" b="1" dirty="0">
                <a:solidFill>
                  <a:srgbClr val="FFFFFF"/>
                </a:solidFill>
                <a:latin typeface="Montserrat" pitchFamily="34" charset="0"/>
                <a:ea typeface="Montserrat" pitchFamily="34" charset="-122"/>
                <a:cs typeface="Montserrat" pitchFamily="34" charset="-120"/>
              </a:rPr>
              <a:t>Thank You</a:t>
            </a:r>
            <a:endParaRPr lang="en-US" sz="3400" dirty="0"/>
          </a:p>
        </p:txBody>
      </p:sp>
      <p:sp>
        <p:nvSpPr>
          <p:cNvPr id="38" name="Text 34"/>
          <p:cNvSpPr/>
          <p:nvPr/>
        </p:nvSpPr>
        <p:spPr>
          <a:xfrm>
            <a:off x="548640" y="6528816"/>
            <a:ext cx="5486400" cy="256032"/>
          </a:xfrm>
          <a:prstGeom prst="rect">
            <a:avLst/>
          </a:prstGeom>
          <a:noFill/>
          <a:ln/>
        </p:spPr>
        <p:txBody>
          <a:bodyPr wrap="square" rtlCol="0" anchor="ctr"/>
          <a:lstStyle/>
          <a:p>
            <a:pPr marL="0" indent="0">
              <a:buNone/>
            </a:pPr>
            <a:endParaRPr lang="en-US" sz="850" dirty="0"/>
          </a:p>
        </p:txBody>
      </p:sp>
      <p:sp>
        <p:nvSpPr>
          <p:cNvPr id="39" name="Text 35"/>
          <p:cNvSpPr/>
          <p:nvPr/>
        </p:nvSpPr>
        <p:spPr>
          <a:xfrm>
            <a:off x="11338560" y="6528816"/>
            <a:ext cx="365760" cy="256032"/>
          </a:xfrm>
          <a:prstGeom prst="rect">
            <a:avLst/>
          </a:prstGeom>
          <a:noFill/>
          <a:ln/>
        </p:spPr>
        <p:txBody>
          <a:bodyPr wrap="square" rtlCol="0" anchor="ctr"/>
          <a:lstStyle/>
          <a:p>
            <a:pPr marL="0" indent="0" algn="r">
              <a:buNone/>
            </a:pPr>
            <a:r>
              <a:rPr lang="en-US" sz="900" dirty="0">
                <a:solidFill>
                  <a:srgbClr val="8A94B0"/>
                </a:solidFill>
                <a:latin typeface="IBM Plex Sans" pitchFamily="34" charset="0"/>
                <a:ea typeface="IBM Plex Sans" pitchFamily="34" charset="-122"/>
                <a:cs typeface="IBM Plex Sans" pitchFamily="34" charset="-120"/>
              </a:rPr>
              <a:t>11</a:t>
            </a:r>
            <a:endParaRPr lang="en-US" sz="900" dirty="0"/>
          </a:p>
        </p:txBody>
      </p:sp>
      <p:sp>
        <p:nvSpPr>
          <p:cNvPr id="46" name="TextBox 45">
            <a:extLst>
              <a:ext uri="{FF2B5EF4-FFF2-40B4-BE49-F238E27FC236}">
                <a16:creationId xmlns:a16="http://schemas.microsoft.com/office/drawing/2014/main" id="{FCD1AAF4-0BE7-3832-A8BD-B0362EB705A0}"/>
              </a:ext>
            </a:extLst>
          </p:cNvPr>
          <p:cNvSpPr txBox="1"/>
          <p:nvPr/>
        </p:nvSpPr>
        <p:spPr>
          <a:xfrm>
            <a:off x="397764" y="5661243"/>
            <a:ext cx="2711196" cy="830997"/>
          </a:xfrm>
          <a:prstGeom prst="rect">
            <a:avLst/>
          </a:prstGeom>
          <a:noFill/>
        </p:spPr>
        <p:txBody>
          <a:bodyPr wrap="square" rtlCol="0">
            <a:spAutoFit/>
          </a:bodyPr>
          <a:lstStyle/>
          <a:p>
            <a:r>
              <a:rPr lang="en-IN" sz="1200" dirty="0">
                <a:solidFill>
                  <a:schemeClr val="bg1"/>
                </a:solidFill>
              </a:rPr>
              <a:t>Drumi Jivani</a:t>
            </a:r>
          </a:p>
          <a:p>
            <a:r>
              <a:rPr lang="en-IN" sz="1200" dirty="0">
                <a:solidFill>
                  <a:schemeClr val="bg1"/>
                </a:solidFill>
              </a:rPr>
              <a:t>Rishva Prajapati</a:t>
            </a:r>
          </a:p>
          <a:p>
            <a:r>
              <a:rPr lang="en-IN" sz="1200" dirty="0">
                <a:solidFill>
                  <a:schemeClr val="bg1"/>
                </a:solidFill>
              </a:rPr>
              <a:t>Aditi Patel</a:t>
            </a:r>
          </a:p>
          <a:p>
            <a:r>
              <a:rPr lang="en-IN" sz="1200" dirty="0">
                <a:solidFill>
                  <a:schemeClr val="bg1"/>
                </a:solidFill>
              </a:rPr>
              <a:t>Dhwani Shah</a:t>
            </a:r>
          </a:p>
        </p:txBody>
      </p:sp>
      <p:cxnSp>
        <p:nvCxnSpPr>
          <p:cNvPr id="48" name="Straight Connector 47">
            <a:extLst>
              <a:ext uri="{FF2B5EF4-FFF2-40B4-BE49-F238E27FC236}">
                <a16:creationId xmlns:a16="http://schemas.microsoft.com/office/drawing/2014/main" id="{BD310E1C-8126-EC43-6114-D714E9BCF970}"/>
              </a:ext>
            </a:extLst>
          </p:cNvPr>
          <p:cNvCxnSpPr/>
          <p:nvPr/>
        </p:nvCxnSpPr>
        <p:spPr>
          <a:xfrm>
            <a:off x="214884" y="5460873"/>
            <a:ext cx="2937891"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130</TotalTime>
  <Words>489</Words>
  <Application>Microsoft Office PowerPoint</Application>
  <PresentationFormat>Widescreen</PresentationFormat>
  <Paragraphs>177</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IBM Plex Sans</vt:lpstr>
      <vt:lpstr>Montserrat</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Aditi Patel</cp:lastModifiedBy>
  <cp:revision>5</cp:revision>
  <dcterms:created xsi:type="dcterms:W3CDTF">2026-07-14T01:12:17Z</dcterms:created>
  <dcterms:modified xsi:type="dcterms:W3CDTF">2026-07-14T06:43:54Z</dcterms:modified>
</cp:coreProperties>
</file>